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93" r:id="rId4"/>
  </p:sldMasterIdLst>
  <p:notesMasterIdLst>
    <p:notesMasterId r:id="rId19"/>
  </p:notesMasterIdLst>
  <p:sldIdLst>
    <p:sldId id="272" r:id="rId5"/>
    <p:sldId id="273" r:id="rId6"/>
    <p:sldId id="285" r:id="rId7"/>
    <p:sldId id="286" r:id="rId8"/>
    <p:sldId id="274" r:id="rId9"/>
    <p:sldId id="275" r:id="rId10"/>
    <p:sldId id="276" r:id="rId11"/>
    <p:sldId id="277" r:id="rId12"/>
    <p:sldId id="283" r:id="rId13"/>
    <p:sldId id="278" r:id="rId14"/>
    <p:sldId id="279" r:id="rId15"/>
    <p:sldId id="280" r:id="rId16"/>
    <p:sldId id="282" r:id="rId17"/>
    <p:sldId id="284" r:id="rId18"/>
  </p:sldIdLst>
  <p:sldSz cx="20104100" cy="11258550"/>
  <p:notesSz cx="20104100" cy="1125855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CB3E"/>
    <a:srgbClr val="FFE32C"/>
    <a:srgbClr val="7BB7E5"/>
    <a:srgbClr val="DE5528"/>
    <a:srgbClr val="102D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80" autoAdjust="0"/>
    <p:restoredTop sz="83473"/>
  </p:normalViewPr>
  <p:slideViewPr>
    <p:cSldViewPr>
      <p:cViewPr varScale="1">
        <p:scale>
          <a:sx n="37" d="100"/>
          <a:sy n="37" d="100"/>
        </p:scale>
        <p:origin x="236" y="2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61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51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51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2CCA1-4475-43BB-8E25-41D5FBD7FEC8}" type="datetimeFigureOut">
              <a:rPr lang="de-AT" smtClean="0"/>
              <a:t>09.06.2026</a:t>
            </a:fld>
            <a:endParaRPr lang="de-AT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08113"/>
            <a:ext cx="6784975" cy="37988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2009775" y="5418138"/>
            <a:ext cx="16084550" cy="44338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0693400"/>
            <a:ext cx="8712200" cy="5651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11387138" y="10693400"/>
            <a:ext cx="8712200" cy="5651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D3D4C-C2CF-4F6C-98A3-FF8A645ED3C3}" type="slidenum">
              <a:rPr lang="de-AT" smtClean="0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24004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AT" dirty="0"/>
              <a:t>In der Vorlage gibt es bereits verschiedene Layouts (zu sehen unter Start-&gt; Neue Folie) mit sinnvoll eingestellte Schriftgrößen und Farben.</a:t>
            </a:r>
            <a:br>
              <a:rPr lang="de-AT" dirty="0"/>
            </a:br>
            <a:r>
              <a:rPr lang="de-AT" dirty="0"/>
              <a:t>Weiters gibt es stimmige Logos und Icons auf den zugehörigen Layouts</a:t>
            </a:r>
            <a:r>
              <a:rPr lang="de-AT"/>
              <a:t>: Icons …</a:t>
            </a:r>
            <a:br>
              <a:rPr lang="de-AT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D3D4C-C2CF-4F6C-98A3-FF8A645ED3C3}" type="slidenum">
              <a:rPr lang="de-AT" smtClean="0"/>
              <a:t>10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68764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7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sv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svg"/><Relationship Id="rId14" Type="http://schemas.openxmlformats.org/officeDocument/2006/relationships/image" Target="../media/image19.svg"/></Relationships>
</file>

<file path=ppt/slideLayouts/_rels/slideLayout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svg"/><Relationship Id="rId18" Type="http://schemas.openxmlformats.org/officeDocument/2006/relationships/image" Target="../media/image36.svg"/><Relationship Id="rId26" Type="http://schemas.openxmlformats.org/officeDocument/2006/relationships/image" Target="../media/image44.svg"/><Relationship Id="rId39" Type="http://schemas.openxmlformats.org/officeDocument/2006/relationships/image" Target="../media/image57.svg"/><Relationship Id="rId21" Type="http://schemas.openxmlformats.org/officeDocument/2006/relationships/image" Target="../media/image39.svg"/><Relationship Id="rId34" Type="http://schemas.openxmlformats.org/officeDocument/2006/relationships/image" Target="../media/image52.svg"/><Relationship Id="rId7" Type="http://schemas.openxmlformats.org/officeDocument/2006/relationships/image" Target="../media/image25.svg"/><Relationship Id="rId12" Type="http://schemas.openxmlformats.org/officeDocument/2006/relationships/image" Target="../media/image30.svg"/><Relationship Id="rId17" Type="http://schemas.openxmlformats.org/officeDocument/2006/relationships/image" Target="../media/image35.svg"/><Relationship Id="rId25" Type="http://schemas.openxmlformats.org/officeDocument/2006/relationships/image" Target="../media/image43.svg"/><Relationship Id="rId33" Type="http://schemas.openxmlformats.org/officeDocument/2006/relationships/image" Target="../media/image51.svg"/><Relationship Id="rId38" Type="http://schemas.openxmlformats.org/officeDocument/2006/relationships/image" Target="../media/image56.svg"/><Relationship Id="rId2" Type="http://schemas.openxmlformats.org/officeDocument/2006/relationships/image" Target="../media/image20.svg"/><Relationship Id="rId16" Type="http://schemas.openxmlformats.org/officeDocument/2006/relationships/image" Target="../media/image34.svg"/><Relationship Id="rId20" Type="http://schemas.openxmlformats.org/officeDocument/2006/relationships/image" Target="../media/image38.svg"/><Relationship Id="rId29" Type="http://schemas.openxmlformats.org/officeDocument/2006/relationships/image" Target="../media/image4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svg"/><Relationship Id="rId11" Type="http://schemas.openxmlformats.org/officeDocument/2006/relationships/image" Target="../media/image29.svg"/><Relationship Id="rId24" Type="http://schemas.openxmlformats.org/officeDocument/2006/relationships/image" Target="../media/image42.svg"/><Relationship Id="rId32" Type="http://schemas.openxmlformats.org/officeDocument/2006/relationships/image" Target="../media/image50.svg"/><Relationship Id="rId37" Type="http://schemas.openxmlformats.org/officeDocument/2006/relationships/image" Target="../media/image55.svg"/><Relationship Id="rId40" Type="http://schemas.openxmlformats.org/officeDocument/2006/relationships/image" Target="../media/image58.svg"/><Relationship Id="rId5" Type="http://schemas.openxmlformats.org/officeDocument/2006/relationships/image" Target="../media/image23.svg"/><Relationship Id="rId15" Type="http://schemas.openxmlformats.org/officeDocument/2006/relationships/image" Target="../media/image33.svg"/><Relationship Id="rId23" Type="http://schemas.openxmlformats.org/officeDocument/2006/relationships/image" Target="../media/image41.svg"/><Relationship Id="rId28" Type="http://schemas.openxmlformats.org/officeDocument/2006/relationships/image" Target="../media/image46.svg"/><Relationship Id="rId36" Type="http://schemas.openxmlformats.org/officeDocument/2006/relationships/image" Target="../media/image54.svg"/><Relationship Id="rId10" Type="http://schemas.openxmlformats.org/officeDocument/2006/relationships/image" Target="../media/image28.svg"/><Relationship Id="rId19" Type="http://schemas.openxmlformats.org/officeDocument/2006/relationships/image" Target="../media/image37.svg"/><Relationship Id="rId31" Type="http://schemas.openxmlformats.org/officeDocument/2006/relationships/image" Target="../media/image49.svg"/><Relationship Id="rId4" Type="http://schemas.openxmlformats.org/officeDocument/2006/relationships/image" Target="../media/image22.svg"/><Relationship Id="rId9" Type="http://schemas.openxmlformats.org/officeDocument/2006/relationships/image" Target="../media/image27.svg"/><Relationship Id="rId14" Type="http://schemas.openxmlformats.org/officeDocument/2006/relationships/image" Target="../media/image32.svg"/><Relationship Id="rId22" Type="http://schemas.openxmlformats.org/officeDocument/2006/relationships/image" Target="../media/image40.svg"/><Relationship Id="rId27" Type="http://schemas.openxmlformats.org/officeDocument/2006/relationships/image" Target="../media/image45.svg"/><Relationship Id="rId30" Type="http://schemas.openxmlformats.org/officeDocument/2006/relationships/image" Target="../media/image48.svg"/><Relationship Id="rId35" Type="http://schemas.openxmlformats.org/officeDocument/2006/relationships/image" Target="../media/image53.svg"/><Relationship Id="rId8" Type="http://schemas.openxmlformats.org/officeDocument/2006/relationships/image" Target="../media/image26.svg"/><Relationship Id="rId3" Type="http://schemas.openxmlformats.org/officeDocument/2006/relationships/image" Target="../media/image21.sv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13" Type="http://schemas.openxmlformats.org/officeDocument/2006/relationships/image" Target="../media/image70.svg"/><Relationship Id="rId18" Type="http://schemas.openxmlformats.org/officeDocument/2006/relationships/image" Target="../media/image75.svg"/><Relationship Id="rId26" Type="http://schemas.openxmlformats.org/officeDocument/2006/relationships/image" Target="../media/image83.svg"/><Relationship Id="rId3" Type="http://schemas.openxmlformats.org/officeDocument/2006/relationships/image" Target="../media/image60.svg"/><Relationship Id="rId21" Type="http://schemas.openxmlformats.org/officeDocument/2006/relationships/image" Target="../media/image78.svg"/><Relationship Id="rId7" Type="http://schemas.openxmlformats.org/officeDocument/2006/relationships/image" Target="../media/image64.svg"/><Relationship Id="rId12" Type="http://schemas.openxmlformats.org/officeDocument/2006/relationships/image" Target="../media/image69.svg"/><Relationship Id="rId17" Type="http://schemas.openxmlformats.org/officeDocument/2006/relationships/image" Target="../media/image74.svg"/><Relationship Id="rId25" Type="http://schemas.openxmlformats.org/officeDocument/2006/relationships/image" Target="../media/image82.svg"/><Relationship Id="rId2" Type="http://schemas.openxmlformats.org/officeDocument/2006/relationships/image" Target="../media/image59.svg"/><Relationship Id="rId16" Type="http://schemas.openxmlformats.org/officeDocument/2006/relationships/image" Target="../media/image73.svg"/><Relationship Id="rId20" Type="http://schemas.openxmlformats.org/officeDocument/2006/relationships/image" Target="../media/image77.svg"/><Relationship Id="rId29" Type="http://schemas.openxmlformats.org/officeDocument/2006/relationships/image" Target="../media/image86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3.svg"/><Relationship Id="rId11" Type="http://schemas.openxmlformats.org/officeDocument/2006/relationships/image" Target="../media/image68.svg"/><Relationship Id="rId24" Type="http://schemas.openxmlformats.org/officeDocument/2006/relationships/image" Target="../media/image81.svg"/><Relationship Id="rId32" Type="http://schemas.openxmlformats.org/officeDocument/2006/relationships/image" Target="../media/image33.svg"/><Relationship Id="rId5" Type="http://schemas.openxmlformats.org/officeDocument/2006/relationships/image" Target="../media/image62.svg"/><Relationship Id="rId15" Type="http://schemas.openxmlformats.org/officeDocument/2006/relationships/image" Target="../media/image72.svg"/><Relationship Id="rId23" Type="http://schemas.openxmlformats.org/officeDocument/2006/relationships/image" Target="../media/image80.svg"/><Relationship Id="rId28" Type="http://schemas.openxmlformats.org/officeDocument/2006/relationships/image" Target="../media/image85.svg"/><Relationship Id="rId10" Type="http://schemas.openxmlformats.org/officeDocument/2006/relationships/image" Target="../media/image67.svg"/><Relationship Id="rId19" Type="http://schemas.openxmlformats.org/officeDocument/2006/relationships/image" Target="../media/image76.svg"/><Relationship Id="rId31" Type="http://schemas.openxmlformats.org/officeDocument/2006/relationships/image" Target="../media/image88.svg"/><Relationship Id="rId4" Type="http://schemas.openxmlformats.org/officeDocument/2006/relationships/image" Target="../media/image61.svg"/><Relationship Id="rId9" Type="http://schemas.openxmlformats.org/officeDocument/2006/relationships/image" Target="../media/image66.svg"/><Relationship Id="rId14" Type="http://schemas.openxmlformats.org/officeDocument/2006/relationships/image" Target="../media/image71.svg"/><Relationship Id="rId22" Type="http://schemas.openxmlformats.org/officeDocument/2006/relationships/image" Target="../media/image79.svg"/><Relationship Id="rId27" Type="http://schemas.openxmlformats.org/officeDocument/2006/relationships/image" Target="../media/image84.svg"/><Relationship Id="rId30" Type="http://schemas.openxmlformats.org/officeDocument/2006/relationships/image" Target="../media/image87.svg"/></Relationships>
</file>

<file path=ppt/slideLayouts/_rels/slideLayout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0.svg"/><Relationship Id="rId18" Type="http://schemas.openxmlformats.org/officeDocument/2006/relationships/image" Target="../media/image105.svg"/><Relationship Id="rId26" Type="http://schemas.openxmlformats.org/officeDocument/2006/relationships/image" Target="../media/image113.svg"/><Relationship Id="rId39" Type="http://schemas.openxmlformats.org/officeDocument/2006/relationships/image" Target="../media/image126.svg"/><Relationship Id="rId21" Type="http://schemas.openxmlformats.org/officeDocument/2006/relationships/image" Target="../media/image108.svg"/><Relationship Id="rId34" Type="http://schemas.openxmlformats.org/officeDocument/2006/relationships/image" Target="../media/image121.svg"/><Relationship Id="rId42" Type="http://schemas.openxmlformats.org/officeDocument/2006/relationships/image" Target="../media/image129.svg"/><Relationship Id="rId47" Type="http://schemas.openxmlformats.org/officeDocument/2006/relationships/image" Target="../media/image134.svg"/><Relationship Id="rId50" Type="http://schemas.openxmlformats.org/officeDocument/2006/relationships/image" Target="../media/image137.svg"/><Relationship Id="rId55" Type="http://schemas.openxmlformats.org/officeDocument/2006/relationships/image" Target="../media/image142.svg"/><Relationship Id="rId7" Type="http://schemas.openxmlformats.org/officeDocument/2006/relationships/image" Target="../media/image94.svg"/><Relationship Id="rId2" Type="http://schemas.openxmlformats.org/officeDocument/2006/relationships/image" Target="../media/image89.svg"/><Relationship Id="rId16" Type="http://schemas.openxmlformats.org/officeDocument/2006/relationships/image" Target="../media/image103.svg"/><Relationship Id="rId29" Type="http://schemas.openxmlformats.org/officeDocument/2006/relationships/image" Target="../media/image116.svg"/><Relationship Id="rId11" Type="http://schemas.openxmlformats.org/officeDocument/2006/relationships/image" Target="../media/image98.svg"/><Relationship Id="rId24" Type="http://schemas.openxmlformats.org/officeDocument/2006/relationships/image" Target="../media/image111.svg"/><Relationship Id="rId32" Type="http://schemas.openxmlformats.org/officeDocument/2006/relationships/image" Target="../media/image119.svg"/><Relationship Id="rId37" Type="http://schemas.openxmlformats.org/officeDocument/2006/relationships/image" Target="../media/image124.svg"/><Relationship Id="rId40" Type="http://schemas.openxmlformats.org/officeDocument/2006/relationships/image" Target="../media/image127.svg"/><Relationship Id="rId45" Type="http://schemas.openxmlformats.org/officeDocument/2006/relationships/image" Target="../media/image132.svg"/><Relationship Id="rId53" Type="http://schemas.openxmlformats.org/officeDocument/2006/relationships/image" Target="../media/image140.svg"/><Relationship Id="rId58" Type="http://schemas.openxmlformats.org/officeDocument/2006/relationships/image" Target="../media/image145.svg"/><Relationship Id="rId5" Type="http://schemas.openxmlformats.org/officeDocument/2006/relationships/image" Target="../media/image92.svg"/><Relationship Id="rId19" Type="http://schemas.openxmlformats.org/officeDocument/2006/relationships/image" Target="../media/image106.svg"/><Relationship Id="rId4" Type="http://schemas.openxmlformats.org/officeDocument/2006/relationships/image" Target="../media/image91.svg"/><Relationship Id="rId9" Type="http://schemas.openxmlformats.org/officeDocument/2006/relationships/image" Target="../media/image96.svg"/><Relationship Id="rId14" Type="http://schemas.openxmlformats.org/officeDocument/2006/relationships/image" Target="../media/image101.svg"/><Relationship Id="rId22" Type="http://schemas.openxmlformats.org/officeDocument/2006/relationships/image" Target="../media/image109.svg"/><Relationship Id="rId27" Type="http://schemas.openxmlformats.org/officeDocument/2006/relationships/image" Target="../media/image114.svg"/><Relationship Id="rId30" Type="http://schemas.openxmlformats.org/officeDocument/2006/relationships/image" Target="../media/image117.svg"/><Relationship Id="rId35" Type="http://schemas.openxmlformats.org/officeDocument/2006/relationships/image" Target="../media/image122.svg"/><Relationship Id="rId43" Type="http://schemas.openxmlformats.org/officeDocument/2006/relationships/image" Target="../media/image130.svg"/><Relationship Id="rId48" Type="http://schemas.openxmlformats.org/officeDocument/2006/relationships/image" Target="../media/image135.svg"/><Relationship Id="rId56" Type="http://schemas.openxmlformats.org/officeDocument/2006/relationships/image" Target="../media/image143.svg"/><Relationship Id="rId8" Type="http://schemas.openxmlformats.org/officeDocument/2006/relationships/image" Target="../media/image95.svg"/><Relationship Id="rId51" Type="http://schemas.openxmlformats.org/officeDocument/2006/relationships/image" Target="../media/image138.svg"/><Relationship Id="rId3" Type="http://schemas.openxmlformats.org/officeDocument/2006/relationships/image" Target="../media/image90.svg"/><Relationship Id="rId12" Type="http://schemas.openxmlformats.org/officeDocument/2006/relationships/image" Target="../media/image99.svg"/><Relationship Id="rId17" Type="http://schemas.openxmlformats.org/officeDocument/2006/relationships/image" Target="../media/image104.svg"/><Relationship Id="rId25" Type="http://schemas.openxmlformats.org/officeDocument/2006/relationships/image" Target="../media/image112.svg"/><Relationship Id="rId33" Type="http://schemas.openxmlformats.org/officeDocument/2006/relationships/image" Target="../media/image120.svg"/><Relationship Id="rId38" Type="http://schemas.openxmlformats.org/officeDocument/2006/relationships/image" Target="../media/image125.svg"/><Relationship Id="rId46" Type="http://schemas.openxmlformats.org/officeDocument/2006/relationships/image" Target="../media/image133.svg"/><Relationship Id="rId59" Type="http://schemas.openxmlformats.org/officeDocument/2006/relationships/image" Target="../media/image146.svg"/><Relationship Id="rId20" Type="http://schemas.openxmlformats.org/officeDocument/2006/relationships/image" Target="../media/image107.svg"/><Relationship Id="rId41" Type="http://schemas.openxmlformats.org/officeDocument/2006/relationships/image" Target="../media/image128.svg"/><Relationship Id="rId54" Type="http://schemas.openxmlformats.org/officeDocument/2006/relationships/image" Target="../media/image14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3.svg"/><Relationship Id="rId15" Type="http://schemas.openxmlformats.org/officeDocument/2006/relationships/image" Target="../media/image102.svg"/><Relationship Id="rId23" Type="http://schemas.openxmlformats.org/officeDocument/2006/relationships/image" Target="../media/image110.svg"/><Relationship Id="rId28" Type="http://schemas.openxmlformats.org/officeDocument/2006/relationships/image" Target="../media/image115.svg"/><Relationship Id="rId36" Type="http://schemas.openxmlformats.org/officeDocument/2006/relationships/image" Target="../media/image123.svg"/><Relationship Id="rId49" Type="http://schemas.openxmlformats.org/officeDocument/2006/relationships/image" Target="../media/image136.svg"/><Relationship Id="rId57" Type="http://schemas.openxmlformats.org/officeDocument/2006/relationships/image" Target="../media/image144.svg"/><Relationship Id="rId10" Type="http://schemas.openxmlformats.org/officeDocument/2006/relationships/image" Target="../media/image97.svg"/><Relationship Id="rId31" Type="http://schemas.openxmlformats.org/officeDocument/2006/relationships/image" Target="../media/image118.svg"/><Relationship Id="rId44" Type="http://schemas.openxmlformats.org/officeDocument/2006/relationships/image" Target="../media/image131.svg"/><Relationship Id="rId52" Type="http://schemas.openxmlformats.org/officeDocument/2006/relationships/image" Target="../media/image139.svg"/><Relationship Id="rId60" Type="http://schemas.openxmlformats.org/officeDocument/2006/relationships/image" Target="../media/image147.svg"/></Relationships>
</file>

<file path=ppt/slideLayouts/_rels/slideLayout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9.svg"/><Relationship Id="rId18" Type="http://schemas.openxmlformats.org/officeDocument/2006/relationships/image" Target="../media/image164.svg"/><Relationship Id="rId26" Type="http://schemas.openxmlformats.org/officeDocument/2006/relationships/image" Target="../media/image172.svg"/><Relationship Id="rId21" Type="http://schemas.openxmlformats.org/officeDocument/2006/relationships/image" Target="../media/image167.svg"/><Relationship Id="rId34" Type="http://schemas.openxmlformats.org/officeDocument/2006/relationships/image" Target="../media/image180.svg"/><Relationship Id="rId7" Type="http://schemas.openxmlformats.org/officeDocument/2006/relationships/image" Target="../media/image153.svg"/><Relationship Id="rId12" Type="http://schemas.openxmlformats.org/officeDocument/2006/relationships/image" Target="../media/image158.svg"/><Relationship Id="rId17" Type="http://schemas.openxmlformats.org/officeDocument/2006/relationships/image" Target="../media/image163.svg"/><Relationship Id="rId25" Type="http://schemas.openxmlformats.org/officeDocument/2006/relationships/image" Target="../media/image171.svg"/><Relationship Id="rId33" Type="http://schemas.openxmlformats.org/officeDocument/2006/relationships/image" Target="../media/image179.svg"/><Relationship Id="rId2" Type="http://schemas.openxmlformats.org/officeDocument/2006/relationships/image" Target="../media/image148.svg"/><Relationship Id="rId16" Type="http://schemas.openxmlformats.org/officeDocument/2006/relationships/image" Target="../media/image162.svg"/><Relationship Id="rId20" Type="http://schemas.openxmlformats.org/officeDocument/2006/relationships/image" Target="../media/image166.svg"/><Relationship Id="rId29" Type="http://schemas.openxmlformats.org/officeDocument/2006/relationships/image" Target="../media/image17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2.svg"/><Relationship Id="rId11" Type="http://schemas.openxmlformats.org/officeDocument/2006/relationships/image" Target="../media/image157.svg"/><Relationship Id="rId24" Type="http://schemas.openxmlformats.org/officeDocument/2006/relationships/image" Target="../media/image170.svg"/><Relationship Id="rId32" Type="http://schemas.openxmlformats.org/officeDocument/2006/relationships/image" Target="../media/image178.svg"/><Relationship Id="rId37" Type="http://schemas.openxmlformats.org/officeDocument/2006/relationships/image" Target="../media/image183.svg"/><Relationship Id="rId5" Type="http://schemas.openxmlformats.org/officeDocument/2006/relationships/image" Target="../media/image151.svg"/><Relationship Id="rId15" Type="http://schemas.openxmlformats.org/officeDocument/2006/relationships/image" Target="../media/image161.svg"/><Relationship Id="rId23" Type="http://schemas.openxmlformats.org/officeDocument/2006/relationships/image" Target="../media/image169.svg"/><Relationship Id="rId28" Type="http://schemas.openxmlformats.org/officeDocument/2006/relationships/image" Target="../media/image174.svg"/><Relationship Id="rId36" Type="http://schemas.openxmlformats.org/officeDocument/2006/relationships/image" Target="../media/image182.svg"/><Relationship Id="rId10" Type="http://schemas.openxmlformats.org/officeDocument/2006/relationships/image" Target="../media/image156.svg"/><Relationship Id="rId19" Type="http://schemas.openxmlformats.org/officeDocument/2006/relationships/image" Target="../media/image165.svg"/><Relationship Id="rId31" Type="http://schemas.openxmlformats.org/officeDocument/2006/relationships/image" Target="../media/image177.svg"/><Relationship Id="rId4" Type="http://schemas.openxmlformats.org/officeDocument/2006/relationships/image" Target="../media/image150.svg"/><Relationship Id="rId9" Type="http://schemas.openxmlformats.org/officeDocument/2006/relationships/image" Target="../media/image155.svg"/><Relationship Id="rId14" Type="http://schemas.openxmlformats.org/officeDocument/2006/relationships/image" Target="../media/image160.svg"/><Relationship Id="rId22" Type="http://schemas.openxmlformats.org/officeDocument/2006/relationships/image" Target="../media/image168.svg"/><Relationship Id="rId27" Type="http://schemas.openxmlformats.org/officeDocument/2006/relationships/image" Target="../media/image173.svg"/><Relationship Id="rId30" Type="http://schemas.openxmlformats.org/officeDocument/2006/relationships/image" Target="../media/image176.svg"/><Relationship Id="rId35" Type="http://schemas.openxmlformats.org/officeDocument/2006/relationships/image" Target="../media/image181.svg"/><Relationship Id="rId8" Type="http://schemas.openxmlformats.org/officeDocument/2006/relationships/image" Target="../media/image154.svg"/><Relationship Id="rId3" Type="http://schemas.openxmlformats.org/officeDocument/2006/relationships/image" Target="../media/image149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07554-629F-92AA-241C-2C80B9C54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651" y="3571875"/>
            <a:ext cx="17145000" cy="1295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90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F0FF1A4-E5E8-E342-E9AA-1F2E73A3F3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0925" y="8351775"/>
            <a:ext cx="17400038" cy="914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24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 dirty="0"/>
              <a:t>Optionaler Zusatztext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17D468CC-9790-084A-EDB7-023C3234FB3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36880" y="1092771"/>
            <a:ext cx="4782722" cy="1307908"/>
            <a:chOff x="375183" y="375193"/>
            <a:chExt cx="3730981" cy="1020294"/>
          </a:xfrm>
        </p:grpSpPr>
        <p:sp>
          <p:nvSpPr>
            <p:cNvPr id="29" name="bg object 17">
              <a:extLst>
                <a:ext uri="{FF2B5EF4-FFF2-40B4-BE49-F238E27FC236}">
                  <a16:creationId xmlns:a16="http://schemas.microsoft.com/office/drawing/2014/main" id="{FC35E129-5680-464E-18BB-7B1E63378A1B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bg object 18">
              <a:extLst>
                <a:ext uri="{FF2B5EF4-FFF2-40B4-BE49-F238E27FC236}">
                  <a16:creationId xmlns:a16="http://schemas.microsoft.com/office/drawing/2014/main" id="{F56B068E-7449-B56A-25BE-AE563EA43607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bg object 19">
              <a:extLst>
                <a:ext uri="{FF2B5EF4-FFF2-40B4-BE49-F238E27FC236}">
                  <a16:creationId xmlns:a16="http://schemas.microsoft.com/office/drawing/2014/main" id="{43EEE3B4-79DD-F09E-60E8-D6BA5E49E7B3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2" name="bg object 20">
              <a:extLst>
                <a:ext uri="{FF2B5EF4-FFF2-40B4-BE49-F238E27FC236}">
                  <a16:creationId xmlns:a16="http://schemas.microsoft.com/office/drawing/2014/main" id="{A9557956-F417-5336-6671-BFF416C11D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33" name="bg object 21">
              <a:extLst>
                <a:ext uri="{FF2B5EF4-FFF2-40B4-BE49-F238E27FC236}">
                  <a16:creationId xmlns:a16="http://schemas.microsoft.com/office/drawing/2014/main" id="{395430C4-D82E-79AD-37C2-645C8CFAB96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34" name="bg object 22">
              <a:extLst>
                <a:ext uri="{FF2B5EF4-FFF2-40B4-BE49-F238E27FC236}">
                  <a16:creationId xmlns:a16="http://schemas.microsoft.com/office/drawing/2014/main" id="{4CCAFCFF-54B2-5DE0-733F-AF3056E8173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35" name="bg object 23">
              <a:extLst>
                <a:ext uri="{FF2B5EF4-FFF2-40B4-BE49-F238E27FC236}">
                  <a16:creationId xmlns:a16="http://schemas.microsoft.com/office/drawing/2014/main" id="{3E8F0EC4-687E-D8E8-1F36-C6344FB84973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6" name="bg object 24">
              <a:extLst>
                <a:ext uri="{FF2B5EF4-FFF2-40B4-BE49-F238E27FC236}">
                  <a16:creationId xmlns:a16="http://schemas.microsoft.com/office/drawing/2014/main" id="{495CE405-00F4-C8C6-0B6F-50310810F23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37" name="bg object 25">
              <a:extLst>
                <a:ext uri="{FF2B5EF4-FFF2-40B4-BE49-F238E27FC236}">
                  <a16:creationId xmlns:a16="http://schemas.microsoft.com/office/drawing/2014/main" id="{ECB1C0E0-9E0D-5B87-AA33-09AA02E7E70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38" name="bg object 26">
              <a:extLst>
                <a:ext uri="{FF2B5EF4-FFF2-40B4-BE49-F238E27FC236}">
                  <a16:creationId xmlns:a16="http://schemas.microsoft.com/office/drawing/2014/main" id="{1FB610C6-C819-9C68-F7BF-06A922FF8282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9" name="bg object 27">
              <a:extLst>
                <a:ext uri="{FF2B5EF4-FFF2-40B4-BE49-F238E27FC236}">
                  <a16:creationId xmlns:a16="http://schemas.microsoft.com/office/drawing/2014/main" id="{557C0030-D065-7E00-259F-642DF4E759FF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0" name="bg object 28">
              <a:extLst>
                <a:ext uri="{FF2B5EF4-FFF2-40B4-BE49-F238E27FC236}">
                  <a16:creationId xmlns:a16="http://schemas.microsoft.com/office/drawing/2014/main" id="{CF2570ED-3579-6782-C0FB-DE24669CC65C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bg object 29">
              <a:extLst>
                <a:ext uri="{FF2B5EF4-FFF2-40B4-BE49-F238E27FC236}">
                  <a16:creationId xmlns:a16="http://schemas.microsoft.com/office/drawing/2014/main" id="{C5C97B51-AB49-535C-D1B2-56BE8E9DB951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bg object 30">
              <a:extLst>
                <a:ext uri="{FF2B5EF4-FFF2-40B4-BE49-F238E27FC236}">
                  <a16:creationId xmlns:a16="http://schemas.microsoft.com/office/drawing/2014/main" id="{2125E869-81F9-F690-C633-DAD657DEA8DC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3" name="bg object 31">
              <a:extLst>
                <a:ext uri="{FF2B5EF4-FFF2-40B4-BE49-F238E27FC236}">
                  <a16:creationId xmlns:a16="http://schemas.microsoft.com/office/drawing/2014/main" id="{ABE7A761-22B9-9808-CB0F-88AE14619C27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4" name="Textplatzhalter 3">
            <a:extLst>
              <a:ext uri="{FF2B5EF4-FFF2-40B4-BE49-F238E27FC236}">
                <a16:creationId xmlns:a16="http://schemas.microsoft.com/office/drawing/2014/main" id="{D9089E71-C91B-439A-7E0D-91F767E151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6651" y="5172075"/>
            <a:ext cx="17297399" cy="914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 dirty="0"/>
              <a:t>Unterüberschrift der Präsentation</a:t>
            </a:r>
          </a:p>
        </p:txBody>
      </p:sp>
    </p:spTree>
    <p:extLst>
      <p:ext uri="{BB962C8B-B14F-4D97-AF65-F5344CB8AC3E}">
        <p14:creationId xmlns:p14="http://schemas.microsoft.com/office/powerpoint/2010/main" val="4185386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6" userDrawn="1">
          <p15:clr>
            <a:srgbClr val="FBAE40"/>
          </p15:clr>
        </p15:guide>
        <p15:guide id="2" pos="66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07554-629F-92AA-241C-2C80B9C54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5206" y="4837187"/>
            <a:ext cx="17145000" cy="1295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90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 dirty="0"/>
              <a:t>NEUER ABSCHNITT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17D468CC-9790-084A-EDB7-023C3234FB3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36880" y="1092771"/>
            <a:ext cx="4782722" cy="1307908"/>
            <a:chOff x="375183" y="375193"/>
            <a:chExt cx="3730981" cy="1020294"/>
          </a:xfrm>
        </p:grpSpPr>
        <p:sp>
          <p:nvSpPr>
            <p:cNvPr id="29" name="bg object 17">
              <a:extLst>
                <a:ext uri="{FF2B5EF4-FFF2-40B4-BE49-F238E27FC236}">
                  <a16:creationId xmlns:a16="http://schemas.microsoft.com/office/drawing/2014/main" id="{FC35E129-5680-464E-18BB-7B1E63378A1B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bg object 18">
              <a:extLst>
                <a:ext uri="{FF2B5EF4-FFF2-40B4-BE49-F238E27FC236}">
                  <a16:creationId xmlns:a16="http://schemas.microsoft.com/office/drawing/2014/main" id="{F56B068E-7449-B56A-25BE-AE563EA43607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bg object 19">
              <a:extLst>
                <a:ext uri="{FF2B5EF4-FFF2-40B4-BE49-F238E27FC236}">
                  <a16:creationId xmlns:a16="http://schemas.microsoft.com/office/drawing/2014/main" id="{43EEE3B4-79DD-F09E-60E8-D6BA5E49E7B3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2" name="bg object 20">
              <a:extLst>
                <a:ext uri="{FF2B5EF4-FFF2-40B4-BE49-F238E27FC236}">
                  <a16:creationId xmlns:a16="http://schemas.microsoft.com/office/drawing/2014/main" id="{A9557956-F417-5336-6671-BFF416C11D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33" name="bg object 21">
              <a:extLst>
                <a:ext uri="{FF2B5EF4-FFF2-40B4-BE49-F238E27FC236}">
                  <a16:creationId xmlns:a16="http://schemas.microsoft.com/office/drawing/2014/main" id="{395430C4-D82E-79AD-37C2-645C8CFAB96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34" name="bg object 22">
              <a:extLst>
                <a:ext uri="{FF2B5EF4-FFF2-40B4-BE49-F238E27FC236}">
                  <a16:creationId xmlns:a16="http://schemas.microsoft.com/office/drawing/2014/main" id="{4CCAFCFF-54B2-5DE0-733F-AF3056E8173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35" name="bg object 23">
              <a:extLst>
                <a:ext uri="{FF2B5EF4-FFF2-40B4-BE49-F238E27FC236}">
                  <a16:creationId xmlns:a16="http://schemas.microsoft.com/office/drawing/2014/main" id="{3E8F0EC4-687E-D8E8-1F36-C6344FB84973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6" name="bg object 24">
              <a:extLst>
                <a:ext uri="{FF2B5EF4-FFF2-40B4-BE49-F238E27FC236}">
                  <a16:creationId xmlns:a16="http://schemas.microsoft.com/office/drawing/2014/main" id="{495CE405-00F4-C8C6-0B6F-50310810F23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37" name="bg object 25">
              <a:extLst>
                <a:ext uri="{FF2B5EF4-FFF2-40B4-BE49-F238E27FC236}">
                  <a16:creationId xmlns:a16="http://schemas.microsoft.com/office/drawing/2014/main" id="{ECB1C0E0-9E0D-5B87-AA33-09AA02E7E70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38" name="bg object 26">
              <a:extLst>
                <a:ext uri="{FF2B5EF4-FFF2-40B4-BE49-F238E27FC236}">
                  <a16:creationId xmlns:a16="http://schemas.microsoft.com/office/drawing/2014/main" id="{1FB610C6-C819-9C68-F7BF-06A922FF8282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9" name="bg object 27">
              <a:extLst>
                <a:ext uri="{FF2B5EF4-FFF2-40B4-BE49-F238E27FC236}">
                  <a16:creationId xmlns:a16="http://schemas.microsoft.com/office/drawing/2014/main" id="{557C0030-D065-7E00-259F-642DF4E759FF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0" name="bg object 28">
              <a:extLst>
                <a:ext uri="{FF2B5EF4-FFF2-40B4-BE49-F238E27FC236}">
                  <a16:creationId xmlns:a16="http://schemas.microsoft.com/office/drawing/2014/main" id="{CF2570ED-3579-6782-C0FB-DE24669CC65C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bg object 29">
              <a:extLst>
                <a:ext uri="{FF2B5EF4-FFF2-40B4-BE49-F238E27FC236}">
                  <a16:creationId xmlns:a16="http://schemas.microsoft.com/office/drawing/2014/main" id="{C5C97B51-AB49-535C-D1B2-56BE8E9DB951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bg object 30">
              <a:extLst>
                <a:ext uri="{FF2B5EF4-FFF2-40B4-BE49-F238E27FC236}">
                  <a16:creationId xmlns:a16="http://schemas.microsoft.com/office/drawing/2014/main" id="{2125E869-81F9-F690-C633-DAD657DEA8DC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3" name="bg object 31">
              <a:extLst>
                <a:ext uri="{FF2B5EF4-FFF2-40B4-BE49-F238E27FC236}">
                  <a16:creationId xmlns:a16="http://schemas.microsoft.com/office/drawing/2014/main" id="{ABE7A761-22B9-9808-CB0F-88AE14619C27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432700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6" userDrawn="1">
          <p15:clr>
            <a:srgbClr val="FBAE40"/>
          </p15:clr>
        </p15:guide>
        <p15:guide id="2" pos="70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lang="de-AT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de-AT" smtClean="0"/>
              <a:pPr/>
              <a:t>‹Nr.›</a:t>
            </a:fld>
            <a:endParaRPr lang="de-AT" dirty="0"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DD67BA82-50DF-860B-4DAB-6199A3610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52EF2888-4A07-6822-BC58-48DE52390A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04887" y="2460625"/>
            <a:ext cx="18119725" cy="75612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283954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870">
          <p15:clr>
            <a:srgbClr val="FBAE40"/>
          </p15:clr>
        </p15:guide>
        <p15:guide id="4" orient="horz" pos="1550">
          <p15:clr>
            <a:srgbClr val="FBAE40"/>
          </p15:clr>
        </p15:guide>
        <p15:guide id="5" orient="horz" pos="6313">
          <p15:clr>
            <a:srgbClr val="FBAE40"/>
          </p15:clr>
        </p15:guide>
        <p15:guide id="6" pos="3293" userDrawn="1">
          <p15:clr>
            <a:srgbClr val="FBAE40"/>
          </p15:clr>
        </p15:guide>
        <p15:guide id="7" pos="1109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18145570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buFont typeface="Arial" panose="020B0604020202020204" pitchFamily="34" charset="0"/>
              <a:buNone/>
              <a:defRPr sz="34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6540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older 3">
            <a:extLst>
              <a:ext uri="{FF2B5EF4-FFF2-40B4-BE49-F238E27FC236}">
                <a16:creationId xmlns:a16="http://schemas.microsoft.com/office/drawing/2014/main" id="{7BD07759-07E2-6A86-C140-93129BD1B9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8771002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lang="de-AT" sz="34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lang="de-AT" sz="28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>
              <a:defRPr lang="de-AT" sz="24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8388E846-214F-2171-C9A3-B99231BFA0C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353612" y="2461048"/>
            <a:ext cx="8771002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sz="34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lang="de-AT" sz="28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>
              <a:defRPr lang="de-AT" sz="24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9" name="Holder 2">
            <a:extLst>
              <a:ext uri="{FF2B5EF4-FFF2-40B4-BE49-F238E27FC236}">
                <a16:creationId xmlns:a16="http://schemas.microsoft.com/office/drawing/2014/main" id="{5A4E626C-BF99-D1AE-62AC-17343085F7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10" name="Holder 3">
            <a:extLst>
              <a:ext uri="{FF2B5EF4-FFF2-40B4-BE49-F238E27FC236}">
                <a16:creationId xmlns:a16="http://schemas.microsoft.com/office/drawing/2014/main" id="{011DEACC-F6F4-21EE-1331-99FFB0B984A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11" name="Holder 4">
            <a:extLst>
              <a:ext uri="{FF2B5EF4-FFF2-40B4-BE49-F238E27FC236}">
                <a16:creationId xmlns:a16="http://schemas.microsoft.com/office/drawing/2014/main" id="{1D0ACAC1-6EB0-E7AD-2919-FF7A71020501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Holder 5">
            <a:extLst>
              <a:ext uri="{FF2B5EF4-FFF2-40B4-BE49-F238E27FC236}">
                <a16:creationId xmlns:a16="http://schemas.microsoft.com/office/drawing/2014/main" id="{F818B0CB-0C5B-0006-441C-6577F0AB69E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8571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1550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older 3">
            <a:extLst>
              <a:ext uri="{FF2B5EF4-FFF2-40B4-BE49-F238E27FC236}">
                <a16:creationId xmlns:a16="http://schemas.microsoft.com/office/drawing/2014/main" id="{7BD07759-07E2-6A86-C140-93129BD1B9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5688012" cy="7560840"/>
          </a:xfrm>
          <a:prstGeom prst="rect">
            <a:avLst/>
          </a:prstGeom>
        </p:spPr>
        <p:txBody>
          <a:bodyPr lIns="0" tIns="0" rIns="0" bIns="0"/>
          <a:lstStyle>
            <a:lvl1pPr latinLnBrk="1">
              <a:lnSpc>
                <a:spcPct val="125000"/>
              </a:lnSpc>
              <a:defRPr sz="34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latinLnBrk="1">
              <a:defRPr sz="2800">
                <a:solidFill>
                  <a:schemeClr val="bg1"/>
                </a:solidFill>
              </a:defRPr>
            </a:lvl2pPr>
            <a:lvl3pPr latinLnBrk="1">
              <a:defRPr sz="2400">
                <a:solidFill>
                  <a:schemeClr val="bg1"/>
                </a:solidFill>
              </a:defRPr>
            </a:lvl3pPr>
            <a:lvl4pPr latinLnBrk="1"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8388E846-214F-2171-C9A3-B99231BFA0C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436602" y="2461048"/>
            <a:ext cx="5688012" cy="7560840"/>
          </a:xfrm>
          <a:prstGeom prst="rect">
            <a:avLst/>
          </a:prstGeom>
        </p:spPr>
        <p:txBody>
          <a:bodyPr lIns="0" tIns="0" rIns="0" bIns="0"/>
          <a:lstStyle>
            <a:lvl1pPr marL="0" marR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400" b="0" i="0">
                <a:solidFill>
                  <a:schemeClr val="bg1"/>
                </a:solidFill>
                <a:latin typeface="Helvetica" pitchFamily="2" charset="0"/>
                <a:ea typeface="+mn-ea"/>
                <a:cs typeface="Helvetica" pitchFamily="2" charset="0"/>
              </a:defRPr>
            </a:lvl1pPr>
            <a:lvl2pPr>
              <a:defRPr lang="de-AT" sz="2800" dirty="0" smtClean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2pPr>
            <a:lvl3pPr>
              <a:defRPr lang="de-AT" sz="2400" dirty="0" smtClean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3pPr>
            <a:lvl4pPr>
              <a:defRPr lang="de-AT" sz="2000" dirty="0" smtClean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4pPr>
          </a:lstStyle>
          <a:p>
            <a:r>
              <a:rPr lang="de-AT" dirty="0"/>
              <a:t>Text hinzufügen</a:t>
            </a:r>
          </a:p>
          <a:p>
            <a:pPr marL="0" marR="0" lvl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AT" dirty="0"/>
          </a:p>
          <a:p>
            <a:endParaRPr lang="de-AT" dirty="0"/>
          </a:p>
          <a:p>
            <a:endParaRPr dirty="0"/>
          </a:p>
        </p:txBody>
      </p:sp>
      <p:sp>
        <p:nvSpPr>
          <p:cNvPr id="16" name="Holder 3">
            <a:extLst>
              <a:ext uri="{FF2B5EF4-FFF2-40B4-BE49-F238E27FC236}">
                <a16:creationId xmlns:a16="http://schemas.microsoft.com/office/drawing/2014/main" id="{4648E570-02A9-8D1A-9A99-C60139E9D72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222672" y="2461048"/>
            <a:ext cx="5688012" cy="7560840"/>
          </a:xfrm>
          <a:prstGeom prst="rect">
            <a:avLst/>
          </a:prstGeom>
        </p:spPr>
        <p:txBody>
          <a:bodyPr lIns="0" tIns="0" rIns="0" bIns="0"/>
          <a:lstStyle>
            <a:lvl1pPr marL="0" marR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4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lang="de-AT" sz="28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de-AT" sz="24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de-AT" sz="20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17" name="Holder 2">
            <a:extLst>
              <a:ext uri="{FF2B5EF4-FFF2-40B4-BE49-F238E27FC236}">
                <a16:creationId xmlns:a16="http://schemas.microsoft.com/office/drawing/2014/main" id="{4D754149-893F-CAB9-A3E1-DC7D169E40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18" name="Holder 3">
            <a:extLst>
              <a:ext uri="{FF2B5EF4-FFF2-40B4-BE49-F238E27FC236}">
                <a16:creationId xmlns:a16="http://schemas.microsoft.com/office/drawing/2014/main" id="{558E528A-5EF9-0AAB-C345-0B6BB9D44AE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19" name="Holder 4">
            <a:extLst>
              <a:ext uri="{FF2B5EF4-FFF2-40B4-BE49-F238E27FC236}">
                <a16:creationId xmlns:a16="http://schemas.microsoft.com/office/drawing/2014/main" id="{A7C16352-0FD5-B157-DF83-E05420BE531F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Holder 5">
            <a:extLst>
              <a:ext uri="{FF2B5EF4-FFF2-40B4-BE49-F238E27FC236}">
                <a16:creationId xmlns:a16="http://schemas.microsoft.com/office/drawing/2014/main" id="{224E43AC-533A-4DCA-92E4-C9EF34B7119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8959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1550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  <p15:guide id="6" pos="4200">
          <p15:clr>
            <a:srgbClr val="FBAE40"/>
          </p15:clr>
        </p15:guide>
        <p15:guide id="7" pos="8464">
          <p15:clr>
            <a:srgbClr val="FBAE40"/>
          </p15:clr>
        </p15:guide>
        <p15:guide id="8" pos="4563">
          <p15:clr>
            <a:srgbClr val="FBAE40"/>
          </p15:clr>
        </p15:guide>
        <p15:guide id="9" pos="810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(Content + Multimedi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75838" y="2460625"/>
            <a:ext cx="8745283" cy="7559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7BD07759-07E2-6A86-C140-93129BD1B9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8771002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sz="3400" b="0" i="0" dirty="0">
                <a:solidFill>
                  <a:schemeClr val="bg1"/>
                </a:solidFill>
                <a:latin typeface="Helvetica" pitchFamily="2" charset="0"/>
                <a:ea typeface="+mn-ea"/>
                <a:cs typeface="Helvetica" pitchFamily="2" charset="0"/>
              </a:defRPr>
            </a:lvl1pPr>
            <a:lvl2pPr>
              <a:defRPr sz="2800">
                <a:solidFill>
                  <a:schemeClr val="bg1"/>
                </a:solidFill>
                <a:latin typeface="Helvetica" pitchFamily="2" charset="0"/>
              </a:defRPr>
            </a:lvl2pPr>
            <a:lvl3pPr>
              <a:defRPr sz="2400">
                <a:solidFill>
                  <a:schemeClr val="bg1"/>
                </a:solidFill>
                <a:latin typeface="Helvetica" pitchFamily="2" charset="0"/>
              </a:defRPr>
            </a:lvl3pPr>
            <a:lvl4pPr>
              <a:defRPr sz="2000">
                <a:solidFill>
                  <a:schemeClr val="bg1"/>
                </a:solidFill>
                <a:latin typeface="Helvetica" pitchFamily="2" charset="0"/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9" name="Holder 2">
            <a:extLst>
              <a:ext uri="{FF2B5EF4-FFF2-40B4-BE49-F238E27FC236}">
                <a16:creationId xmlns:a16="http://schemas.microsoft.com/office/drawing/2014/main" id="{7ADF31C3-4247-255E-4FFE-E58A91AA20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10" name="Holder 3">
            <a:extLst>
              <a:ext uri="{FF2B5EF4-FFF2-40B4-BE49-F238E27FC236}">
                <a16:creationId xmlns:a16="http://schemas.microsoft.com/office/drawing/2014/main" id="{6C09CE1C-E5B2-EB7B-852A-0D5A9F2B0FF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11" name="Holder 4">
            <a:extLst>
              <a:ext uri="{FF2B5EF4-FFF2-40B4-BE49-F238E27FC236}">
                <a16:creationId xmlns:a16="http://schemas.microsoft.com/office/drawing/2014/main" id="{A9DAC673-B748-8FFD-B922-3513C00E6153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Holder 5">
            <a:extLst>
              <a:ext uri="{FF2B5EF4-FFF2-40B4-BE49-F238E27FC236}">
                <a16:creationId xmlns:a16="http://schemas.microsoft.com/office/drawing/2014/main" id="{8A989426-AEA5-BBC3-B901-36B0834105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1246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1550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DD67BA82-50DF-860B-4DAB-6199A3610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6467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870">
          <p15:clr>
            <a:srgbClr val="FBAE40"/>
          </p15:clr>
        </p15:guide>
        <p15:guide id="4" orient="horz" pos="1550">
          <p15:clr>
            <a:srgbClr val="FBAE40"/>
          </p15:clr>
        </p15:guide>
        <p15:guide id="5" orient="horz" pos="6313">
          <p15:clr>
            <a:srgbClr val="FBAE40"/>
          </p15:clr>
        </p15:guide>
        <p15:guide id="6" pos="3293" userDrawn="1">
          <p15:clr>
            <a:srgbClr val="FBAE40"/>
          </p15:clr>
        </p15:guide>
        <p15:guide id="7" pos="9371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3">
            <a:extLst>
              <a:ext uri="{FF2B5EF4-FFF2-40B4-BE49-F238E27FC236}">
                <a16:creationId xmlns:a16="http://schemas.microsoft.com/office/drawing/2014/main" id="{D8A3C0C5-ED4F-557D-11EF-74B4301194B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6" name="Holder 4">
            <a:extLst>
              <a:ext uri="{FF2B5EF4-FFF2-40B4-BE49-F238E27FC236}">
                <a16:creationId xmlns:a16="http://schemas.microsoft.com/office/drawing/2014/main" id="{16D0F147-E9CE-56AA-024D-C2F3D44AD3BF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Holder 5">
            <a:extLst>
              <a:ext uri="{FF2B5EF4-FFF2-40B4-BE49-F238E27FC236}">
                <a16:creationId xmlns:a16="http://schemas.microsoft.com/office/drawing/2014/main" id="{67091565-3B12-2503-3A93-ED18C1588FA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6393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but NO 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07554-629F-92AA-241C-2C80B9C54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5205" y="4837187"/>
            <a:ext cx="17949407" cy="1295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90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 dirty="0"/>
              <a:t>FINALE WORTE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17D468CC-9790-084A-EDB7-023C3234FB3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36880" y="1092771"/>
            <a:ext cx="4782722" cy="1307908"/>
            <a:chOff x="375183" y="375193"/>
            <a:chExt cx="3730981" cy="1020294"/>
          </a:xfrm>
        </p:grpSpPr>
        <p:sp>
          <p:nvSpPr>
            <p:cNvPr id="29" name="bg object 17">
              <a:extLst>
                <a:ext uri="{FF2B5EF4-FFF2-40B4-BE49-F238E27FC236}">
                  <a16:creationId xmlns:a16="http://schemas.microsoft.com/office/drawing/2014/main" id="{FC35E129-5680-464E-18BB-7B1E63378A1B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bg object 18">
              <a:extLst>
                <a:ext uri="{FF2B5EF4-FFF2-40B4-BE49-F238E27FC236}">
                  <a16:creationId xmlns:a16="http://schemas.microsoft.com/office/drawing/2014/main" id="{F56B068E-7449-B56A-25BE-AE563EA43607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bg object 19">
              <a:extLst>
                <a:ext uri="{FF2B5EF4-FFF2-40B4-BE49-F238E27FC236}">
                  <a16:creationId xmlns:a16="http://schemas.microsoft.com/office/drawing/2014/main" id="{43EEE3B4-79DD-F09E-60E8-D6BA5E49E7B3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2" name="bg object 20">
              <a:extLst>
                <a:ext uri="{FF2B5EF4-FFF2-40B4-BE49-F238E27FC236}">
                  <a16:creationId xmlns:a16="http://schemas.microsoft.com/office/drawing/2014/main" id="{A9557956-F417-5336-6671-BFF416C11D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33" name="bg object 21">
              <a:extLst>
                <a:ext uri="{FF2B5EF4-FFF2-40B4-BE49-F238E27FC236}">
                  <a16:creationId xmlns:a16="http://schemas.microsoft.com/office/drawing/2014/main" id="{395430C4-D82E-79AD-37C2-645C8CFAB96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34" name="bg object 22">
              <a:extLst>
                <a:ext uri="{FF2B5EF4-FFF2-40B4-BE49-F238E27FC236}">
                  <a16:creationId xmlns:a16="http://schemas.microsoft.com/office/drawing/2014/main" id="{4CCAFCFF-54B2-5DE0-733F-AF3056E8173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35" name="bg object 23">
              <a:extLst>
                <a:ext uri="{FF2B5EF4-FFF2-40B4-BE49-F238E27FC236}">
                  <a16:creationId xmlns:a16="http://schemas.microsoft.com/office/drawing/2014/main" id="{3E8F0EC4-687E-D8E8-1F36-C6344FB84973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6" name="bg object 24">
              <a:extLst>
                <a:ext uri="{FF2B5EF4-FFF2-40B4-BE49-F238E27FC236}">
                  <a16:creationId xmlns:a16="http://schemas.microsoft.com/office/drawing/2014/main" id="{495CE405-00F4-C8C6-0B6F-50310810F23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37" name="bg object 25">
              <a:extLst>
                <a:ext uri="{FF2B5EF4-FFF2-40B4-BE49-F238E27FC236}">
                  <a16:creationId xmlns:a16="http://schemas.microsoft.com/office/drawing/2014/main" id="{ECB1C0E0-9E0D-5B87-AA33-09AA02E7E70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38" name="bg object 26">
              <a:extLst>
                <a:ext uri="{FF2B5EF4-FFF2-40B4-BE49-F238E27FC236}">
                  <a16:creationId xmlns:a16="http://schemas.microsoft.com/office/drawing/2014/main" id="{1FB610C6-C819-9C68-F7BF-06A922FF8282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9" name="bg object 27">
              <a:extLst>
                <a:ext uri="{FF2B5EF4-FFF2-40B4-BE49-F238E27FC236}">
                  <a16:creationId xmlns:a16="http://schemas.microsoft.com/office/drawing/2014/main" id="{557C0030-D065-7E00-259F-642DF4E759FF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0" name="bg object 28">
              <a:extLst>
                <a:ext uri="{FF2B5EF4-FFF2-40B4-BE49-F238E27FC236}">
                  <a16:creationId xmlns:a16="http://schemas.microsoft.com/office/drawing/2014/main" id="{CF2570ED-3579-6782-C0FB-DE24669CC65C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bg object 29">
              <a:extLst>
                <a:ext uri="{FF2B5EF4-FFF2-40B4-BE49-F238E27FC236}">
                  <a16:creationId xmlns:a16="http://schemas.microsoft.com/office/drawing/2014/main" id="{C5C97B51-AB49-535C-D1B2-56BE8E9DB951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bg object 30">
              <a:extLst>
                <a:ext uri="{FF2B5EF4-FFF2-40B4-BE49-F238E27FC236}">
                  <a16:creationId xmlns:a16="http://schemas.microsoft.com/office/drawing/2014/main" id="{2125E869-81F9-F690-C633-DAD657DEA8DC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3" name="bg object 31">
              <a:extLst>
                <a:ext uri="{FF2B5EF4-FFF2-40B4-BE49-F238E27FC236}">
                  <a16:creationId xmlns:a16="http://schemas.microsoft.com/office/drawing/2014/main" id="{ABE7A761-22B9-9808-CB0F-88AE14619C27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Holder 3">
            <a:extLst>
              <a:ext uri="{FF2B5EF4-FFF2-40B4-BE49-F238E27FC236}">
                <a16:creationId xmlns:a16="http://schemas.microsoft.com/office/drawing/2014/main" id="{136DB7B2-2AEB-1B5D-4AD8-00980763D9E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75034" y="6637387"/>
            <a:ext cx="17749578" cy="3337024"/>
          </a:xfrm>
          <a:prstGeom prst="rect">
            <a:avLst/>
          </a:prstGeom>
        </p:spPr>
        <p:txBody>
          <a:bodyPr lIns="0" tIns="0" rIns="0" bIns="0"/>
          <a:lstStyle>
            <a:lvl1pPr marL="457200" indent="-457200">
              <a:lnSpc>
                <a:spcPct val="125000"/>
              </a:lnSpc>
              <a:buFontTx/>
              <a:buNone/>
              <a:defRPr sz="3400" b="0" i="0" dirty="0">
                <a:solidFill>
                  <a:schemeClr val="bg1"/>
                </a:solidFill>
                <a:latin typeface="Helvetica" pitchFamily="2" charset="0"/>
                <a:ea typeface="+mn-ea"/>
                <a:cs typeface="Helvetica" pitchFamily="2" charset="0"/>
              </a:defRPr>
            </a:lvl1pPr>
            <a:lvl2pPr>
              <a:defRPr sz="2800">
                <a:solidFill>
                  <a:schemeClr val="bg1"/>
                </a:solidFill>
                <a:latin typeface="Helvetica" pitchFamily="2" charset="0"/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Eventuell weitere Hinweise wie </a:t>
            </a:r>
          </a:p>
          <a:p>
            <a:pPr lvl="1"/>
            <a:r>
              <a:rPr lang="de-AT" dirty="0"/>
              <a:t>Handlungsaufforderungen</a:t>
            </a:r>
          </a:p>
          <a:p>
            <a:pPr lvl="1"/>
            <a:r>
              <a:rPr lang="de-AT" dirty="0"/>
              <a:t>Downloadbare Ressourcen oder Literatur</a:t>
            </a:r>
          </a:p>
          <a:p>
            <a:pPr lvl="1"/>
            <a:r>
              <a:rPr lang="de-AT" dirty="0"/>
              <a:t>QR-Code, Ausblick oder finaler Humor…</a:t>
            </a:r>
          </a:p>
        </p:txBody>
      </p:sp>
    </p:spTree>
    <p:extLst>
      <p:ext uri="{BB962C8B-B14F-4D97-AF65-F5344CB8AC3E}">
        <p14:creationId xmlns:p14="http://schemas.microsoft.com/office/powerpoint/2010/main" val="2860480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313" userDrawn="1">
          <p15:clr>
            <a:srgbClr val="FBAE40"/>
          </p15:clr>
        </p15:guide>
        <p15:guide id="2" pos="707" userDrawn="1">
          <p15:clr>
            <a:srgbClr val="FBAE40"/>
          </p15:clr>
        </p15:guide>
        <p15:guide id="3" pos="1204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I Schriftart, BULME Far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CI: Schriftarten, Farben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18145570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buFont typeface="Arial" panose="020B0604020202020204" pitchFamily="34" charset="0"/>
              <a:buNone/>
              <a:defRPr sz="32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pPr>
              <a:lnSpc>
                <a:spcPct val="115000"/>
              </a:lnSpc>
            </a:pPr>
            <a: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BULME Schriftart: 	Helvetica </a:t>
            </a:r>
            <a:b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de-AT" dirty="0">
              <a:effectLst/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de-AT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Bulme</a:t>
            </a:r>
            <a: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-Blau:		HEX	#102D41</a:t>
            </a:r>
          </a:p>
          <a:p>
            <a:pPr>
              <a:lnSpc>
                <a:spcPct val="115000"/>
              </a:lnSpc>
            </a:pPr>
            <a: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RGB	16 │45│65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FFE32C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WING:			HEX	#FFE32C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FFE32C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RGB	255 │227│44</a:t>
            </a:r>
            <a:endParaRPr lang="de-AT" dirty="0">
              <a:effectLst/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DE5528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Elektrotechnik:</a:t>
            </a:r>
            <a:r>
              <a:rPr lang="de-AT" dirty="0">
                <a:solidFill>
                  <a:srgbClr val="DE5528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de-AT" dirty="0">
                <a:solidFill>
                  <a:srgbClr val="DE5528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HEX	#DE5528</a:t>
            </a:r>
          </a:p>
          <a:p>
            <a:pPr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4298950" algn="l"/>
              </a:tabLst>
            </a:pPr>
            <a:r>
              <a:rPr lang="de-AT" dirty="0">
                <a:solidFill>
                  <a:srgbClr val="DE5528"/>
                </a:solidFill>
                <a:cs typeface="Times New Roman" panose="02020603050405020304" pitchFamily="18" charset="0"/>
              </a:rPr>
              <a:t>					             RGB 222 │85│40</a:t>
            </a:r>
            <a: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A2CB3E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Elektronik:			HEX	#A2CB3E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A2CB3E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RGB	162 │203│62</a:t>
            </a:r>
            <a:endParaRPr lang="de-AT" dirty="0">
              <a:effectLst/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7BB7E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Maschinenbau:		HEX	#7BB7E5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7BB7E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RGB	123 │183│229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0389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 Logos, Symbo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CI: Logos und Symbole zum kopieren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pic>
        <p:nvPicPr>
          <p:cNvPr id="34" name="Grafik 33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50858975-A949-6BF1-5C52-669B5DCFBB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628" y="2820963"/>
            <a:ext cx="7772400" cy="212542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60BE52C-BFE1-0333-109C-D645A6EA82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3072" y="2526980"/>
            <a:ext cx="720000" cy="72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A5CFCF8-9979-89FF-8ABA-46DFF0D741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5205" y="2598980"/>
            <a:ext cx="720000" cy="576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5BA65C4-A21B-96D8-C8A5-E756029A61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25024" y="2598980"/>
            <a:ext cx="720000" cy="576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6B5310F-F26B-ECAB-8E63-0F38230DE4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45205" y="2531579"/>
            <a:ext cx="720000" cy="720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16893947-3029-0FAB-82D6-0F74BEBFBF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88452" y="2642435"/>
            <a:ext cx="720000" cy="5760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7D1A942D-3B2A-F3FB-99C6-33125DB637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31699" y="2598980"/>
            <a:ext cx="720000" cy="7200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89ED5752-66FB-08DF-AA8E-F2F154A61B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65197" y="2642435"/>
            <a:ext cx="720000" cy="720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07BE9122-9205-D294-5601-D714FDF383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98695" y="2742980"/>
            <a:ext cx="720000" cy="576000"/>
          </a:xfrm>
          <a:prstGeom prst="rect">
            <a:avLst/>
          </a:prstGeom>
        </p:spPr>
      </p:pic>
      <p:pic>
        <p:nvPicPr>
          <p:cNvPr id="25" name="Grafik 24" descr="Ein Bild, das Muster, Rechteck, Grafiken, Design enthält.&#10;&#10;KI-generierte Inhalte können fehlerhaft sein.">
            <a:extLst>
              <a:ext uri="{FF2B5EF4-FFF2-40B4-BE49-F238E27FC236}">
                <a16:creationId xmlns:a16="http://schemas.microsoft.com/office/drawing/2014/main" id="{8C984062-F744-A786-0F84-40D93D09E5A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628" y="5845299"/>
            <a:ext cx="3352800" cy="33401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C05F0FFF-3C4B-2D63-47A8-48FA94DB5D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32050" y="2642435"/>
            <a:ext cx="720000" cy="72000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73EAE80F-521C-056E-F07D-70679A7A58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55130" y="6086599"/>
            <a:ext cx="2857500" cy="2857500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629625EF-F18F-678D-70BA-15A324AE9318}"/>
              </a:ext>
            </a:extLst>
          </p:cNvPr>
          <p:cNvSpPr txBox="1"/>
          <p:nvPr userDrawn="1"/>
        </p:nvSpPr>
        <p:spPr>
          <a:xfrm>
            <a:off x="1383071" y="9185399"/>
            <a:ext cx="5827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BULME EL QR-Code (weiß / schwarz</a:t>
            </a:r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F19410B0-3523-2237-08A8-D6B306FA93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52847" y="6086599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940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: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Icons: Menschen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6F670E9-5939-73B4-7C3E-F7CB62E9DE5E}"/>
              </a:ext>
            </a:extLst>
          </p:cNvPr>
          <p:cNvSpPr txBox="1">
            <a:spLocks/>
          </p:cNvSpPr>
          <p:nvPr userDrawn="1"/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2D38797-2CED-D0B2-76F3-E7672D160B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8714" y="3097833"/>
            <a:ext cx="1080000" cy="1080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42D7C0A-169A-99AD-0E6E-8BA861772A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8235" y="5871108"/>
            <a:ext cx="1080000" cy="1080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8CCB0C2-B292-FF58-590E-9445AFC214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22064" y="3142410"/>
            <a:ext cx="1080000" cy="108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32D90A3-9631-7148-DAF2-AEA501020F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2064" y="3142410"/>
            <a:ext cx="1080000" cy="10800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C93E0487-5A4A-8153-6093-A377796166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38796" y="5879492"/>
            <a:ext cx="1080000" cy="10800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FDF4B646-936B-8447-79EB-5A08682C4E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82064" y="3142410"/>
            <a:ext cx="1080000" cy="108000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F394D8BB-99B6-0637-2855-D169C0E684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09607" y="3182235"/>
            <a:ext cx="1080000" cy="108000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73D16725-DB21-2039-93DB-3F8CEB5C11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56112" y="3182235"/>
            <a:ext cx="1080000" cy="1080000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D56B575E-C10B-2B33-F217-E9BF7D1741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87600" y="3142410"/>
            <a:ext cx="1080000" cy="1080000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C30689F6-E6C5-5FDD-FDD5-4EC30CB867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406896" y="3077110"/>
            <a:ext cx="1080000" cy="1080000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29776758-634D-D743-9655-C287DE8062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138796" y="3177435"/>
            <a:ext cx="1080000" cy="10800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964D6F53-A497-AF53-F317-71A6996C24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27780" y="5932810"/>
            <a:ext cx="1080000" cy="1080000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35A15CB2-50AE-FE32-8D69-8ABE0B2C45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674996" y="3077110"/>
            <a:ext cx="1080000" cy="1080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EBD4E65D-DFC0-2FD8-596C-8F1675EBF5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8379328" y="3077110"/>
            <a:ext cx="1080000" cy="10800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DA7BB369-55A4-3208-0153-09D3515818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943096" y="3077110"/>
            <a:ext cx="1080000" cy="1080000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AC31D608-D640-8D3E-25F7-DF17263443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153160" y="3077110"/>
            <a:ext cx="1080000" cy="1080000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D2DE2B60-0198-0ADC-B7DD-19761A9516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71114" y="4502823"/>
            <a:ext cx="1080000" cy="1080000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0ACAFBE0-FBAC-ED73-6F3E-7252808E1B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02064" y="4488198"/>
            <a:ext cx="1080000" cy="1080000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7C0576E3-64D6-14C6-5AA8-1C47405A62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951114" y="4502823"/>
            <a:ext cx="1080000" cy="108000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EE8CEEA6-C5C7-14DF-D518-E4C2092495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450576" y="4488198"/>
            <a:ext cx="1080000" cy="1080000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0162998-20AE-184E-8156-EC60B2DDAF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053014" y="4502823"/>
            <a:ext cx="1080000" cy="1080000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4E7C86CE-3A8E-0DD0-9169-6BDDCA65BD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22349" y="4430009"/>
            <a:ext cx="1080000" cy="1080000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97B608BF-080B-EA2F-A264-82393274E3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848138" y="4388767"/>
            <a:ext cx="1080000" cy="1080000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CE7F21CB-CE6C-0D0A-4EA7-A3A8B4176D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008430" y="4455360"/>
            <a:ext cx="1080000" cy="1080000"/>
          </a:xfrm>
          <a:prstGeom prst="rect">
            <a:avLst/>
          </a:prstGeom>
        </p:spPr>
      </p:pic>
      <p:pic>
        <p:nvPicPr>
          <p:cNvPr id="46" name="Grafik 45">
            <a:extLst>
              <a:ext uri="{FF2B5EF4-FFF2-40B4-BE49-F238E27FC236}">
                <a16:creationId xmlns:a16="http://schemas.microsoft.com/office/drawing/2014/main" id="{387223CC-2686-E6C3-14AE-DD5C0C4441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784337" y="3077110"/>
            <a:ext cx="1080000" cy="1080000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C9D1C9FA-87CA-B868-D58D-61C0E4F646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777690" y="5871108"/>
            <a:ext cx="1080000" cy="1080000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39E97EC5-5185-4E66-D477-22D8EAD35A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870696" y="3097833"/>
            <a:ext cx="1080000" cy="1080000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DC7DC153-50AC-06B3-A35E-4E6DDBFB60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443719" y="5899311"/>
            <a:ext cx="1080000" cy="1080000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0E4ED5AC-A2A2-8D25-C679-F2136D97F8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951114" y="5932810"/>
            <a:ext cx="1080000" cy="1080000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476F4A78-1C7F-0670-10CA-08AF820B9E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62398" y="5999385"/>
            <a:ext cx="1080000" cy="1080000"/>
          </a:xfrm>
          <a:prstGeom prst="rect">
            <a:avLst/>
          </a:prstGeom>
        </p:spPr>
      </p:pic>
      <p:pic>
        <p:nvPicPr>
          <p:cNvPr id="52" name="Grafik 51">
            <a:extLst>
              <a:ext uri="{FF2B5EF4-FFF2-40B4-BE49-F238E27FC236}">
                <a16:creationId xmlns:a16="http://schemas.microsoft.com/office/drawing/2014/main" id="{E751A64D-8F97-194A-8C5F-9EB6E79EA8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004751" y="5879492"/>
            <a:ext cx="1080000" cy="1080000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4E409635-59A2-AB48-F94D-D888C46BBD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113114" y="5932810"/>
            <a:ext cx="1080000" cy="1080000"/>
          </a:xfrm>
          <a:prstGeom prst="rect">
            <a:avLst/>
          </a:pr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B6B806C2-36EB-BDC0-F196-194C8CCFB1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8300592" y="4456597"/>
            <a:ext cx="1080000" cy="1080000"/>
          </a:xfrm>
          <a:prstGeom prst="rect">
            <a:avLst/>
          </a:prstGeom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0F3B0CA4-F705-4DF8-6489-E30237501A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031114" y="5899311"/>
            <a:ext cx="1080000" cy="1080000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BEB5A37B-8FAE-4A68-0A2D-CE79A20BF8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888402" y="4474305"/>
            <a:ext cx="1080000" cy="1080000"/>
          </a:xfrm>
          <a:prstGeom prst="rect">
            <a:avLst/>
          </a:prstGeom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44695755-80B0-4089-4B71-1CD5DB73E6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3427917" y="4474305"/>
            <a:ext cx="1080000" cy="1080000"/>
          </a:xfrm>
          <a:prstGeom prst="rect">
            <a:avLst/>
          </a:prstGeom>
        </p:spPr>
      </p:pic>
      <p:pic>
        <p:nvPicPr>
          <p:cNvPr id="58" name="Grafik 57">
            <a:extLst>
              <a:ext uri="{FF2B5EF4-FFF2-40B4-BE49-F238E27FC236}">
                <a16:creationId xmlns:a16="http://schemas.microsoft.com/office/drawing/2014/main" id="{FDE81B6F-7A65-B975-261B-40A2B6C490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140300" y="4367410"/>
            <a:ext cx="1080000" cy="1080000"/>
          </a:xfrm>
          <a:prstGeom prst="rect">
            <a:avLst/>
          </a:prstGeom>
        </p:spPr>
      </p:pic>
      <p:pic>
        <p:nvPicPr>
          <p:cNvPr id="59" name="Grafik 58">
            <a:extLst>
              <a:ext uri="{FF2B5EF4-FFF2-40B4-BE49-F238E27FC236}">
                <a16:creationId xmlns:a16="http://schemas.microsoft.com/office/drawing/2014/main" id="{5C631958-48C3-16F0-F53F-A190F8D9F2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2138796" y="4455360"/>
            <a:ext cx="1080000" cy="1080000"/>
          </a:xfrm>
          <a:prstGeom prst="rect">
            <a:avLst/>
          </a:prstGeom>
        </p:spPr>
      </p:pic>
      <p:pic>
        <p:nvPicPr>
          <p:cNvPr id="60" name="Grafik 59">
            <a:extLst>
              <a:ext uri="{FF2B5EF4-FFF2-40B4-BE49-F238E27FC236}">
                <a16:creationId xmlns:a16="http://schemas.microsoft.com/office/drawing/2014/main" id="{A7D8FA9A-7591-7923-9FCE-4F2B30C261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436035" y="4458348"/>
            <a:ext cx="1080000" cy="1080000"/>
          </a:xfrm>
          <a:prstGeom prst="rect">
            <a:avLst/>
          </a:prstGeom>
        </p:spPr>
      </p:pic>
      <p:pic>
        <p:nvPicPr>
          <p:cNvPr id="61" name="Grafik 60">
            <a:extLst>
              <a:ext uri="{FF2B5EF4-FFF2-40B4-BE49-F238E27FC236}">
                <a16:creationId xmlns:a16="http://schemas.microsoft.com/office/drawing/2014/main" id="{88950A23-CAEC-5C49-BA60-AB111F15D1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4689309" y="4474305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43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: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Icons: Tech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6F670E9-5939-73B4-7C3E-F7CB62E9DE5E}"/>
              </a:ext>
            </a:extLst>
          </p:cNvPr>
          <p:cNvSpPr txBox="1">
            <a:spLocks/>
          </p:cNvSpPr>
          <p:nvPr userDrawn="1"/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3760FB9-2C73-EC02-9D85-C9AAE92615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70432" y="2396164"/>
            <a:ext cx="1080000" cy="108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FB2BC41-D5A6-E055-B969-DBA9FDE018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6440" y="2396164"/>
            <a:ext cx="1080000" cy="108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1D33D87-6363-0CD2-F06E-25EF5AED62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21376" y="2372939"/>
            <a:ext cx="1080000" cy="108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7B18F84F-318D-ADD9-9DA5-59F7D734EE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4592" y="2438214"/>
            <a:ext cx="1080000" cy="1080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ACB1DD05-9E55-A4AA-FE3F-0807346D8C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1344" y="2372939"/>
            <a:ext cx="1080000" cy="10800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85100944-D5DC-4979-1A47-DB8E4278CE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674644" y="5317592"/>
            <a:ext cx="1080000" cy="10800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496257F6-3806-F8A0-F95F-E309C9EC3A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5764" y="5325604"/>
            <a:ext cx="1080000" cy="1080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DC3BEED0-4930-7BF0-6E95-8040D47DE4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71610" y="3908539"/>
            <a:ext cx="1080000" cy="108000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054C1CFA-0542-B8B8-1F1E-F968C63A65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11378" y="5359239"/>
            <a:ext cx="1080000" cy="10800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FDCE6BE2-D2B1-F549-E45B-F6A3D3FA29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06866" y="5390615"/>
            <a:ext cx="1080000" cy="108000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A1BAF731-B772-5FFA-9E89-81EDC80C3F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39918" y="5337114"/>
            <a:ext cx="1080000" cy="1080000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716CC388-DD53-F949-AB5C-3B29F41F86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66388" y="3879664"/>
            <a:ext cx="1080000" cy="1080000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A7F3E894-5FC5-8BD7-25CD-CDD0CB4E84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5306" y="3908539"/>
            <a:ext cx="1080000" cy="1080000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E87A5DA6-B578-23CC-CE93-EB4ECB46A6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9768" y="5319527"/>
            <a:ext cx="1080000" cy="1080000"/>
          </a:xfrm>
          <a:prstGeom prst="rect">
            <a:avLst/>
          </a:prstGeom>
        </p:spPr>
      </p:pic>
      <p:pic>
        <p:nvPicPr>
          <p:cNvPr id="62" name="Grafik 61">
            <a:extLst>
              <a:ext uri="{FF2B5EF4-FFF2-40B4-BE49-F238E27FC236}">
                <a16:creationId xmlns:a16="http://schemas.microsoft.com/office/drawing/2014/main" id="{FF2401F8-BFB5-6E95-951F-B9F7888B35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508030" y="5319527"/>
            <a:ext cx="1080000" cy="1080000"/>
          </a:xfrm>
          <a:prstGeom prst="rect">
            <a:avLst/>
          </a:prstGeom>
        </p:spPr>
      </p:pic>
      <p:pic>
        <p:nvPicPr>
          <p:cNvPr id="63" name="Grafik 62">
            <a:extLst>
              <a:ext uri="{FF2B5EF4-FFF2-40B4-BE49-F238E27FC236}">
                <a16:creationId xmlns:a16="http://schemas.microsoft.com/office/drawing/2014/main" id="{24D8640F-859B-3387-2173-280429F784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97158" y="5319527"/>
            <a:ext cx="1080000" cy="1080000"/>
          </a:xfrm>
          <a:prstGeom prst="rect">
            <a:avLst/>
          </a:prstGeom>
        </p:spPr>
      </p:pic>
      <p:pic>
        <p:nvPicPr>
          <p:cNvPr id="64" name="Grafik 63">
            <a:extLst>
              <a:ext uri="{FF2B5EF4-FFF2-40B4-BE49-F238E27FC236}">
                <a16:creationId xmlns:a16="http://schemas.microsoft.com/office/drawing/2014/main" id="{BE7BC537-F495-3236-1454-1822437789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375246" y="5322103"/>
            <a:ext cx="1080000" cy="1080000"/>
          </a:xfrm>
          <a:prstGeom prst="rect">
            <a:avLst/>
          </a:prstGeom>
        </p:spPr>
      </p:pic>
      <p:pic>
        <p:nvPicPr>
          <p:cNvPr id="65" name="Grafik 64">
            <a:extLst>
              <a:ext uri="{FF2B5EF4-FFF2-40B4-BE49-F238E27FC236}">
                <a16:creationId xmlns:a16="http://schemas.microsoft.com/office/drawing/2014/main" id="{DA339883-6A38-4421-CC35-529EBB545D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3926631" y="5319527"/>
            <a:ext cx="1080000" cy="1080000"/>
          </a:xfrm>
          <a:prstGeom prst="rect">
            <a:avLst/>
          </a:prstGeom>
        </p:spPr>
      </p:pic>
      <p:pic>
        <p:nvPicPr>
          <p:cNvPr id="66" name="Grafik 65">
            <a:extLst>
              <a:ext uri="{FF2B5EF4-FFF2-40B4-BE49-F238E27FC236}">
                <a16:creationId xmlns:a16="http://schemas.microsoft.com/office/drawing/2014/main" id="{073B6C08-8357-92D5-ED55-C60E5F163E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244464" y="2428714"/>
            <a:ext cx="1080000" cy="1080000"/>
          </a:xfrm>
          <a:prstGeom prst="rect">
            <a:avLst/>
          </a:prstGeom>
        </p:spPr>
      </p:pic>
      <p:pic>
        <p:nvPicPr>
          <p:cNvPr id="67" name="Grafik 66">
            <a:extLst>
              <a:ext uri="{FF2B5EF4-FFF2-40B4-BE49-F238E27FC236}">
                <a16:creationId xmlns:a16="http://schemas.microsoft.com/office/drawing/2014/main" id="{1BFDE45F-F24B-0DE3-E830-0B6C335F81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2640814" y="5337114"/>
            <a:ext cx="1080000" cy="1080000"/>
          </a:xfrm>
          <a:prstGeom prst="rect">
            <a:avLst/>
          </a:prstGeom>
        </p:spPr>
      </p:pic>
      <p:pic>
        <p:nvPicPr>
          <p:cNvPr id="68" name="Grafik 67">
            <a:extLst>
              <a:ext uri="{FF2B5EF4-FFF2-40B4-BE49-F238E27FC236}">
                <a16:creationId xmlns:a16="http://schemas.microsoft.com/office/drawing/2014/main" id="{D8059820-F441-F1B4-5244-82ED355563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477442" y="2386664"/>
            <a:ext cx="1080000" cy="1080000"/>
          </a:xfrm>
          <a:prstGeom prst="rect">
            <a:avLst/>
          </a:prstGeom>
        </p:spPr>
      </p:pic>
      <p:pic>
        <p:nvPicPr>
          <p:cNvPr id="69" name="Grafik 68">
            <a:extLst>
              <a:ext uri="{FF2B5EF4-FFF2-40B4-BE49-F238E27FC236}">
                <a16:creationId xmlns:a16="http://schemas.microsoft.com/office/drawing/2014/main" id="{610872A6-49FA-ED7E-91B3-DF7DBA304A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710420" y="2372939"/>
            <a:ext cx="1080000" cy="1080000"/>
          </a:xfrm>
          <a:prstGeom prst="rect">
            <a:avLst/>
          </a:prstGeom>
        </p:spPr>
      </p:pic>
      <p:pic>
        <p:nvPicPr>
          <p:cNvPr id="70" name="Grafik 69">
            <a:extLst>
              <a:ext uri="{FF2B5EF4-FFF2-40B4-BE49-F238E27FC236}">
                <a16:creationId xmlns:a16="http://schemas.microsoft.com/office/drawing/2014/main" id="{488944C7-CA5B-20DA-5811-BE5558A72E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990426" y="2372939"/>
            <a:ext cx="1080000" cy="1080000"/>
          </a:xfrm>
          <a:prstGeom prst="rect">
            <a:avLst/>
          </a:prstGeom>
        </p:spPr>
      </p:pic>
      <p:pic>
        <p:nvPicPr>
          <p:cNvPr id="71" name="Grafik 70">
            <a:extLst>
              <a:ext uri="{FF2B5EF4-FFF2-40B4-BE49-F238E27FC236}">
                <a16:creationId xmlns:a16="http://schemas.microsoft.com/office/drawing/2014/main" id="{E050FFBD-C253-851D-F26B-8174056E6F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366388" y="5319527"/>
            <a:ext cx="1080000" cy="1080000"/>
          </a:xfrm>
          <a:prstGeom prst="rect">
            <a:avLst/>
          </a:prstGeom>
        </p:spPr>
      </p:pic>
      <p:pic>
        <p:nvPicPr>
          <p:cNvPr id="72" name="Grafik 71">
            <a:extLst>
              <a:ext uri="{FF2B5EF4-FFF2-40B4-BE49-F238E27FC236}">
                <a16:creationId xmlns:a16="http://schemas.microsoft.com/office/drawing/2014/main" id="{71B66BFA-5603-A7F5-E36E-943955DD73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5350432" y="5325604"/>
            <a:ext cx="1080000" cy="1080000"/>
          </a:xfrm>
          <a:prstGeom prst="rect">
            <a:avLst/>
          </a:prstGeom>
        </p:spPr>
      </p:pic>
      <p:pic>
        <p:nvPicPr>
          <p:cNvPr id="73" name="Grafik 72">
            <a:extLst>
              <a:ext uri="{FF2B5EF4-FFF2-40B4-BE49-F238E27FC236}">
                <a16:creationId xmlns:a16="http://schemas.microsoft.com/office/drawing/2014/main" id="{EA89255B-CCB2-46FA-2CC2-3FA55F8C92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583464" y="2405664"/>
            <a:ext cx="1080000" cy="1080000"/>
          </a:xfrm>
          <a:prstGeom prst="rect">
            <a:avLst/>
          </a:prstGeom>
        </p:spPr>
      </p:pic>
      <p:pic>
        <p:nvPicPr>
          <p:cNvPr id="74" name="Grafik 73">
            <a:extLst>
              <a:ext uri="{FF2B5EF4-FFF2-40B4-BE49-F238E27FC236}">
                <a16:creationId xmlns:a16="http://schemas.microsoft.com/office/drawing/2014/main" id="{377BB85A-A298-9B0E-D1E1-BCD5AE11AA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28731" y="3927889"/>
            <a:ext cx="1080000" cy="1080000"/>
          </a:xfrm>
          <a:prstGeom prst="rect">
            <a:avLst/>
          </a:prstGeom>
        </p:spPr>
      </p:pic>
      <p:pic>
        <p:nvPicPr>
          <p:cNvPr id="75" name="Grafik 74">
            <a:extLst>
              <a:ext uri="{FF2B5EF4-FFF2-40B4-BE49-F238E27FC236}">
                <a16:creationId xmlns:a16="http://schemas.microsoft.com/office/drawing/2014/main" id="{96D67255-FA57-6122-6D64-3BD20301AF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071946" y="3926614"/>
            <a:ext cx="1080000" cy="1080000"/>
          </a:xfrm>
          <a:prstGeom prst="rect">
            <a:avLst/>
          </a:prstGeom>
        </p:spPr>
      </p:pic>
      <p:pic>
        <p:nvPicPr>
          <p:cNvPr id="76" name="Grafik 75">
            <a:extLst>
              <a:ext uri="{FF2B5EF4-FFF2-40B4-BE49-F238E27FC236}">
                <a16:creationId xmlns:a16="http://schemas.microsoft.com/office/drawing/2014/main" id="{CF4A6D4C-D05E-FA24-FD64-32C37D0CEB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985516" y="3926027"/>
            <a:ext cx="1080000" cy="1080000"/>
          </a:xfrm>
          <a:prstGeom prst="rect">
            <a:avLst/>
          </a:prstGeom>
        </p:spPr>
      </p:pic>
      <p:pic>
        <p:nvPicPr>
          <p:cNvPr id="77" name="Grafik 76">
            <a:extLst>
              <a:ext uri="{FF2B5EF4-FFF2-40B4-BE49-F238E27FC236}">
                <a16:creationId xmlns:a16="http://schemas.microsoft.com/office/drawing/2014/main" id="{55F56D86-F251-9983-F018-01134C1B0B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876312" y="2396164"/>
            <a:ext cx="1080000" cy="1080000"/>
          </a:xfrm>
          <a:prstGeom prst="rect">
            <a:avLst/>
          </a:prstGeom>
        </p:spPr>
      </p:pic>
      <p:pic>
        <p:nvPicPr>
          <p:cNvPr id="78" name="Grafik 77">
            <a:extLst>
              <a:ext uri="{FF2B5EF4-FFF2-40B4-BE49-F238E27FC236}">
                <a16:creationId xmlns:a16="http://schemas.microsoft.com/office/drawing/2014/main" id="{53DFD9E2-5A07-8444-1369-E08516EB18B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5542782" y="2478855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43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: Finance etc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Icons: Finanzen etc.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6F670E9-5939-73B4-7C3E-F7CB62E9DE5E}"/>
              </a:ext>
            </a:extLst>
          </p:cNvPr>
          <p:cNvSpPr txBox="1">
            <a:spLocks/>
          </p:cNvSpPr>
          <p:nvPr userDrawn="1"/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0392C84-C8F1-C71A-D368-6CD4F8BCF5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587334" y="1910926"/>
            <a:ext cx="1080000" cy="1080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378DCF-ED63-3937-A030-0D6A6657F0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91193" y="1910926"/>
            <a:ext cx="1080000" cy="1080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36B7CE1-890F-1D7C-C139-B06B6B99C0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125" y="1963707"/>
            <a:ext cx="1080000" cy="108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2528064D-AEDD-4673-2FDE-10CE5F3A56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69387" y="1920863"/>
            <a:ext cx="1080000" cy="10800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352B31E9-298F-831D-24B2-9BE65A776F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3486" y="3253875"/>
            <a:ext cx="1080000" cy="10800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9B4ED6C-72E8-1169-6158-C427851ACE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48024" y="3253875"/>
            <a:ext cx="1080000" cy="108000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CBEC772E-BEE5-6AD8-DBA1-78914EA5C4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86950" y="3275441"/>
            <a:ext cx="1080000" cy="108000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DF227F9A-0D54-1E21-1F8C-7139EBBFFA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63418" y="1920863"/>
            <a:ext cx="1080000" cy="1080000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FD36DB02-3493-0608-526E-0D61CCD39F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80312" y="1920863"/>
            <a:ext cx="1080000" cy="1080000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79249C1F-2D9F-D416-2032-8D65BB003F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48682" y="1942763"/>
            <a:ext cx="1080000" cy="1080000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8DF9EAA9-79ED-64B6-2F6A-0F0A06F4B1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5026" y="1920863"/>
            <a:ext cx="1080000" cy="10800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29C397B5-6C32-0CCC-09F8-08A3492D42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874645" y="1920863"/>
            <a:ext cx="1080000" cy="1080000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703BC0A7-2A8C-0213-B53F-052F1076DC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056350" y="1920863"/>
            <a:ext cx="1080000" cy="1080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BD08825D-1F5C-7FE6-F0D0-9E2CBA93FC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74690" y="3275441"/>
            <a:ext cx="1080000" cy="10800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75F364A8-FE9C-8F50-ABA8-BE6403F1D9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944214" y="3316406"/>
            <a:ext cx="1080000" cy="1080000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CA1B4A4F-F199-A946-20BF-297B23C908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621358" y="3277241"/>
            <a:ext cx="1080000" cy="1080000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1EEE7556-4EB3-8D3D-90A6-C09C86210B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365382" y="3253875"/>
            <a:ext cx="1080000" cy="1080000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A7C9DDFA-B3EE-D330-7E58-78BAC07B22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5003237" y="3275441"/>
            <a:ext cx="1080000" cy="1080000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E9B2AEB3-6633-FDB9-B0DD-88E60BE059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80814" y="3288963"/>
            <a:ext cx="1080000" cy="108000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E9169B0D-4F3A-6C40-ACA3-CEBEAA75D1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670486" y="1920863"/>
            <a:ext cx="1080000" cy="1080000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C9EFC726-53AA-A808-82A3-C62F77C98C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056350" y="3264566"/>
            <a:ext cx="1080000" cy="1080000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6EA52B65-AE3E-8ED7-133E-AD0F3FC3A6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040282" y="3275441"/>
            <a:ext cx="1080000" cy="1080000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67B6EA5C-C0D5-DDB2-F9B4-D47BC83DAB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265840" y="7286813"/>
            <a:ext cx="1080000" cy="1080000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09F4E29D-5146-2A29-A038-8467E9729C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839738" y="7317275"/>
            <a:ext cx="1080000" cy="1080000"/>
          </a:xfrm>
          <a:prstGeom prst="rect">
            <a:avLst/>
          </a:prstGeom>
        </p:spPr>
      </p:pic>
      <p:pic>
        <p:nvPicPr>
          <p:cNvPr id="46" name="Grafik 45">
            <a:extLst>
              <a:ext uri="{FF2B5EF4-FFF2-40B4-BE49-F238E27FC236}">
                <a16:creationId xmlns:a16="http://schemas.microsoft.com/office/drawing/2014/main" id="{92D80BE4-A21B-96EE-BBD5-1A5E201DAD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17867" y="5821287"/>
            <a:ext cx="1080000" cy="1080000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6FBDCB48-61F8-935E-A68C-4FBBE333EF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283418" y="8797687"/>
            <a:ext cx="1080000" cy="1080000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54ED0D32-9526-115F-2FF2-0E518DD0E4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037793" y="8797687"/>
            <a:ext cx="1080000" cy="1080000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88B746B5-E753-C3A9-3000-6ED69E081B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27581" y="8797687"/>
            <a:ext cx="1080000" cy="1080000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E440CF0A-07C6-2B67-5A8A-2DAA52BA71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5690068" y="7194488"/>
            <a:ext cx="1080000" cy="1080000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CF734041-D34C-0B54-86A1-692983C384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4486619" y="7194488"/>
            <a:ext cx="1080000" cy="1080000"/>
          </a:xfrm>
          <a:prstGeom prst="rect">
            <a:avLst/>
          </a:prstGeom>
        </p:spPr>
      </p:pic>
      <p:pic>
        <p:nvPicPr>
          <p:cNvPr id="52" name="Grafik 51">
            <a:extLst>
              <a:ext uri="{FF2B5EF4-FFF2-40B4-BE49-F238E27FC236}">
                <a16:creationId xmlns:a16="http://schemas.microsoft.com/office/drawing/2014/main" id="{A5653365-B31A-FD17-BD34-80C8297471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646590" y="7317275"/>
            <a:ext cx="1080000" cy="1080000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EC6BB471-033A-9D0B-6BD1-893657F2E5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637340" y="5811263"/>
            <a:ext cx="1080000" cy="1080000"/>
          </a:xfrm>
          <a:prstGeom prst="rect">
            <a:avLst/>
          </a:pr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C99F6A7B-5816-1EA6-162B-00AC1174AC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078224" y="8702600"/>
            <a:ext cx="1080000" cy="1080000"/>
          </a:xfrm>
          <a:prstGeom prst="rect">
            <a:avLst/>
          </a:prstGeom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50E0464C-6F0B-F012-3A15-0E511C5C55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120729" y="7286863"/>
            <a:ext cx="1080000" cy="1080000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586EC1E1-4753-B9C4-3DE9-096646E23F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037793" y="5816813"/>
            <a:ext cx="1080000" cy="1080000"/>
          </a:xfrm>
          <a:prstGeom prst="rect">
            <a:avLst/>
          </a:prstGeom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8F9BC8A8-E273-2C4B-12DB-9BC3AE5FC0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295112" y="5835274"/>
            <a:ext cx="1080000" cy="1080000"/>
          </a:xfrm>
          <a:prstGeom prst="rect">
            <a:avLst/>
          </a:prstGeom>
        </p:spPr>
      </p:pic>
      <p:pic>
        <p:nvPicPr>
          <p:cNvPr id="58" name="Grafik 57">
            <a:extLst>
              <a:ext uri="{FF2B5EF4-FFF2-40B4-BE49-F238E27FC236}">
                <a16:creationId xmlns:a16="http://schemas.microsoft.com/office/drawing/2014/main" id="{CE3C50A7-D5B2-3012-0F65-6C868730BA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2058009" y="8637045"/>
            <a:ext cx="1080000" cy="1080000"/>
          </a:xfrm>
          <a:prstGeom prst="rect">
            <a:avLst/>
          </a:prstGeom>
        </p:spPr>
      </p:pic>
      <p:pic>
        <p:nvPicPr>
          <p:cNvPr id="59" name="Grafik 58">
            <a:extLst>
              <a:ext uri="{FF2B5EF4-FFF2-40B4-BE49-F238E27FC236}">
                <a16:creationId xmlns:a16="http://schemas.microsoft.com/office/drawing/2014/main" id="{53CFA519-FAAF-74EA-293C-0517D42A51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0933500" y="8637045"/>
            <a:ext cx="1080000" cy="1080000"/>
          </a:xfrm>
          <a:prstGeom prst="rect">
            <a:avLst/>
          </a:prstGeom>
        </p:spPr>
      </p:pic>
      <p:pic>
        <p:nvPicPr>
          <p:cNvPr id="60" name="Grafik 59">
            <a:extLst>
              <a:ext uri="{FF2B5EF4-FFF2-40B4-BE49-F238E27FC236}">
                <a16:creationId xmlns:a16="http://schemas.microsoft.com/office/drawing/2014/main" id="{7A176E88-0824-2D61-F3B3-603F0805FE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6896326" y="7194488"/>
            <a:ext cx="1080000" cy="1080000"/>
          </a:xfrm>
          <a:prstGeom prst="rect">
            <a:avLst/>
          </a:prstGeom>
        </p:spPr>
      </p:pic>
      <p:pic>
        <p:nvPicPr>
          <p:cNvPr id="61" name="Grafik 60">
            <a:extLst>
              <a:ext uri="{FF2B5EF4-FFF2-40B4-BE49-F238E27FC236}">
                <a16:creationId xmlns:a16="http://schemas.microsoft.com/office/drawing/2014/main" id="{A49050FA-2C72-BEED-13C3-B29EB0652B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8195354" y="7193719"/>
            <a:ext cx="1080000" cy="1080000"/>
          </a:xfrm>
          <a:prstGeom prst="rect">
            <a:avLst/>
          </a:prstGeom>
        </p:spPr>
      </p:pic>
      <p:pic>
        <p:nvPicPr>
          <p:cNvPr id="79" name="Grafik 78">
            <a:extLst>
              <a:ext uri="{FF2B5EF4-FFF2-40B4-BE49-F238E27FC236}">
                <a16:creationId xmlns:a16="http://schemas.microsoft.com/office/drawing/2014/main" id="{E480E05E-3E8B-68E6-08D3-5B677EBE18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0569643" y="5810482"/>
            <a:ext cx="1080000" cy="1080000"/>
          </a:xfrm>
          <a:prstGeom prst="rect">
            <a:avLst/>
          </a:prstGeom>
        </p:spPr>
      </p:pic>
      <p:pic>
        <p:nvPicPr>
          <p:cNvPr id="80" name="Grafik 79">
            <a:extLst>
              <a:ext uri="{FF2B5EF4-FFF2-40B4-BE49-F238E27FC236}">
                <a16:creationId xmlns:a16="http://schemas.microsoft.com/office/drawing/2014/main" id="{92C97253-44DC-0BB4-D98D-1A3E46453A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1844174" y="5749037"/>
            <a:ext cx="1080000" cy="1080000"/>
          </a:xfrm>
          <a:prstGeom prst="rect">
            <a:avLst/>
          </a:prstGeom>
        </p:spPr>
      </p:pic>
      <p:pic>
        <p:nvPicPr>
          <p:cNvPr id="81" name="Grafik 80">
            <a:extLst>
              <a:ext uri="{FF2B5EF4-FFF2-40B4-BE49-F238E27FC236}">
                <a16:creationId xmlns:a16="http://schemas.microsoft.com/office/drawing/2014/main" id="{0CE8DA80-30A0-AAFD-D3CD-48303AE686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881757" y="8765825"/>
            <a:ext cx="1080000" cy="1080000"/>
          </a:xfrm>
          <a:prstGeom prst="rect">
            <a:avLst/>
          </a:prstGeom>
        </p:spPr>
      </p:pic>
      <p:pic>
        <p:nvPicPr>
          <p:cNvPr id="82" name="Grafik 81">
            <a:extLst>
              <a:ext uri="{FF2B5EF4-FFF2-40B4-BE49-F238E27FC236}">
                <a16:creationId xmlns:a16="http://schemas.microsoft.com/office/drawing/2014/main" id="{3F588592-3A75-6316-2B70-989297E7D5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9344403" y="7286813"/>
            <a:ext cx="1080000" cy="1080000"/>
          </a:xfrm>
          <a:prstGeom prst="rect">
            <a:avLst/>
          </a:prstGeom>
        </p:spPr>
      </p:pic>
      <p:pic>
        <p:nvPicPr>
          <p:cNvPr id="83" name="Grafik 82">
            <a:extLst>
              <a:ext uri="{FF2B5EF4-FFF2-40B4-BE49-F238E27FC236}">
                <a16:creationId xmlns:a16="http://schemas.microsoft.com/office/drawing/2014/main" id="{5F4A015E-3A6F-6A6D-8951-84931A7654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3357491" y="7262737"/>
            <a:ext cx="1080000" cy="1080000"/>
          </a:xfrm>
          <a:prstGeom prst="rect">
            <a:avLst/>
          </a:prstGeom>
        </p:spPr>
      </p:pic>
      <p:pic>
        <p:nvPicPr>
          <p:cNvPr id="84" name="Grafik 83">
            <a:extLst>
              <a:ext uri="{FF2B5EF4-FFF2-40B4-BE49-F238E27FC236}">
                <a16:creationId xmlns:a16="http://schemas.microsoft.com/office/drawing/2014/main" id="{C52656B8-7C72-E1A8-3929-76CA0AC207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3237642" y="5821287"/>
            <a:ext cx="1080000" cy="1080000"/>
          </a:xfrm>
          <a:prstGeom prst="rect">
            <a:avLst/>
          </a:prstGeom>
        </p:spPr>
      </p:pic>
      <p:pic>
        <p:nvPicPr>
          <p:cNvPr id="85" name="Grafik 84">
            <a:extLst>
              <a:ext uri="{FF2B5EF4-FFF2-40B4-BE49-F238E27FC236}">
                <a16:creationId xmlns:a16="http://schemas.microsoft.com/office/drawing/2014/main" id="{F097CD53-652A-6B87-0650-FC78BAB2A8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3141227" y="5804012"/>
            <a:ext cx="1080000" cy="1080000"/>
          </a:xfrm>
          <a:prstGeom prst="rect">
            <a:avLst/>
          </a:prstGeom>
        </p:spPr>
      </p:pic>
      <p:pic>
        <p:nvPicPr>
          <p:cNvPr id="86" name="Grafik 85">
            <a:extLst>
              <a:ext uri="{FF2B5EF4-FFF2-40B4-BE49-F238E27FC236}">
                <a16:creationId xmlns:a16="http://schemas.microsoft.com/office/drawing/2014/main" id="{CDD93587-FA77-55A6-68EB-DEFD2442CE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6896326" y="5749037"/>
            <a:ext cx="1080000" cy="1080000"/>
          </a:xfrm>
          <a:prstGeom prst="rect">
            <a:avLst/>
          </a:prstGeom>
        </p:spPr>
      </p:pic>
      <p:pic>
        <p:nvPicPr>
          <p:cNvPr id="87" name="Grafik 86">
            <a:extLst>
              <a:ext uri="{FF2B5EF4-FFF2-40B4-BE49-F238E27FC236}">
                <a16:creationId xmlns:a16="http://schemas.microsoft.com/office/drawing/2014/main" id="{B429180D-6EF1-72BA-3FD3-BF042796EC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0309205" y="7268906"/>
            <a:ext cx="1080000" cy="1080000"/>
          </a:xfrm>
          <a:prstGeom prst="rect">
            <a:avLst/>
          </a:prstGeom>
        </p:spPr>
      </p:pic>
      <p:pic>
        <p:nvPicPr>
          <p:cNvPr id="88" name="Grafik 87">
            <a:extLst>
              <a:ext uri="{FF2B5EF4-FFF2-40B4-BE49-F238E27FC236}">
                <a16:creationId xmlns:a16="http://schemas.microsoft.com/office/drawing/2014/main" id="{F99FF2F2-9D5A-B5EA-EF7D-EA4DC12CF8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4437491" y="7286813"/>
            <a:ext cx="1080000" cy="1080000"/>
          </a:xfrm>
          <a:prstGeom prst="rect">
            <a:avLst/>
          </a:prstGeom>
        </p:spPr>
      </p:pic>
      <p:pic>
        <p:nvPicPr>
          <p:cNvPr id="89" name="Grafik 88">
            <a:extLst>
              <a:ext uri="{FF2B5EF4-FFF2-40B4-BE49-F238E27FC236}">
                <a16:creationId xmlns:a16="http://schemas.microsoft.com/office/drawing/2014/main" id="{15C929FE-F395-93EB-3B66-0B8449E0DD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5621795" y="5801712"/>
            <a:ext cx="1080000" cy="1080000"/>
          </a:xfrm>
          <a:prstGeom prst="rect">
            <a:avLst/>
          </a:prstGeom>
        </p:spPr>
      </p:pic>
      <p:pic>
        <p:nvPicPr>
          <p:cNvPr id="90" name="Grafik 89">
            <a:extLst>
              <a:ext uri="{FF2B5EF4-FFF2-40B4-BE49-F238E27FC236}">
                <a16:creationId xmlns:a16="http://schemas.microsoft.com/office/drawing/2014/main" id="{F3CB4DFC-E113-AC82-ED26-05E71C4710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4437491" y="5811263"/>
            <a:ext cx="1080000" cy="1080000"/>
          </a:xfrm>
          <a:prstGeom prst="rect">
            <a:avLst/>
          </a:prstGeom>
        </p:spPr>
      </p:pic>
      <p:pic>
        <p:nvPicPr>
          <p:cNvPr id="91" name="Grafik 90">
            <a:extLst>
              <a:ext uri="{FF2B5EF4-FFF2-40B4-BE49-F238E27FC236}">
                <a16:creationId xmlns:a16="http://schemas.microsoft.com/office/drawing/2014/main" id="{B4DEA80E-F7D2-4654-D083-3BA78F3898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4486619" y="5782174"/>
            <a:ext cx="1080000" cy="1080000"/>
          </a:xfrm>
          <a:prstGeom prst="rect">
            <a:avLst/>
          </a:prstGeom>
        </p:spPr>
      </p:pic>
      <p:pic>
        <p:nvPicPr>
          <p:cNvPr id="92" name="Grafik 91">
            <a:extLst>
              <a:ext uri="{FF2B5EF4-FFF2-40B4-BE49-F238E27FC236}">
                <a16:creationId xmlns:a16="http://schemas.microsoft.com/office/drawing/2014/main" id="{56E0DF99-AD5A-6E28-31E5-FC2B4C6501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5646590" y="8839974"/>
            <a:ext cx="1080000" cy="1080000"/>
          </a:xfrm>
          <a:prstGeom prst="rect">
            <a:avLst/>
          </a:prstGeom>
        </p:spPr>
      </p:pic>
      <p:pic>
        <p:nvPicPr>
          <p:cNvPr id="93" name="Grafik 92">
            <a:extLst>
              <a:ext uri="{FF2B5EF4-FFF2-40B4-BE49-F238E27FC236}">
                <a16:creationId xmlns:a16="http://schemas.microsoft.com/office/drawing/2014/main" id="{ACEC1713-CF94-C630-3C70-4343462D24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9505862" y="8697650"/>
            <a:ext cx="1080000" cy="1080000"/>
          </a:xfrm>
          <a:prstGeom prst="rect">
            <a:avLst/>
          </a:prstGeom>
        </p:spPr>
      </p:pic>
      <p:pic>
        <p:nvPicPr>
          <p:cNvPr id="94" name="Grafik 93">
            <a:extLst>
              <a:ext uri="{FF2B5EF4-FFF2-40B4-BE49-F238E27FC236}">
                <a16:creationId xmlns:a16="http://schemas.microsoft.com/office/drawing/2014/main" id="{3D8B58F1-4BA6-95D1-DBD8-A443B93FEB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927581" y="5821287"/>
            <a:ext cx="1080000" cy="1080000"/>
          </a:xfrm>
          <a:prstGeom prst="rect">
            <a:avLst/>
          </a:prstGeom>
        </p:spPr>
      </p:pic>
      <p:pic>
        <p:nvPicPr>
          <p:cNvPr id="95" name="Grafik 94">
            <a:extLst>
              <a:ext uri="{FF2B5EF4-FFF2-40B4-BE49-F238E27FC236}">
                <a16:creationId xmlns:a16="http://schemas.microsoft.com/office/drawing/2014/main" id="{4DD96B29-29C1-BE1B-571A-5A395AA1EC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4411423" y="8797687"/>
            <a:ext cx="1080000" cy="1080000"/>
          </a:xfrm>
          <a:prstGeom prst="rect">
            <a:avLst/>
          </a:prstGeom>
        </p:spPr>
      </p:pic>
      <p:pic>
        <p:nvPicPr>
          <p:cNvPr id="96" name="Grafik 95">
            <a:extLst>
              <a:ext uri="{FF2B5EF4-FFF2-40B4-BE49-F238E27FC236}">
                <a16:creationId xmlns:a16="http://schemas.microsoft.com/office/drawing/2014/main" id="{B3B6E9FD-4EC8-ED15-CA06-5061553EFA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8056333" y="7317275"/>
            <a:ext cx="1080000" cy="1080000"/>
          </a:xfrm>
          <a:prstGeom prst="rect">
            <a:avLst/>
          </a:prstGeom>
        </p:spPr>
      </p:pic>
      <p:pic>
        <p:nvPicPr>
          <p:cNvPr id="97" name="Grafik 96">
            <a:extLst>
              <a:ext uri="{FF2B5EF4-FFF2-40B4-BE49-F238E27FC236}">
                <a16:creationId xmlns:a16="http://schemas.microsoft.com/office/drawing/2014/main" id="{81A51E79-E928-4CC8-4A62-3495BC0F9C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017716" y="5811263"/>
            <a:ext cx="1080000" cy="1080000"/>
          </a:xfrm>
          <a:prstGeom prst="rect">
            <a:avLst/>
          </a:prstGeom>
        </p:spPr>
      </p:pic>
      <p:pic>
        <p:nvPicPr>
          <p:cNvPr id="98" name="Grafik 97">
            <a:extLst>
              <a:ext uri="{FF2B5EF4-FFF2-40B4-BE49-F238E27FC236}">
                <a16:creationId xmlns:a16="http://schemas.microsoft.com/office/drawing/2014/main" id="{9A384AEF-34B6-BF2F-B6A1-B49905F0E4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927581" y="7286813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08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: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Icons: Pfeile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6F670E9-5939-73B4-7C3E-F7CB62E9DE5E}"/>
              </a:ext>
            </a:extLst>
          </p:cNvPr>
          <p:cNvSpPr txBox="1">
            <a:spLocks/>
          </p:cNvSpPr>
          <p:nvPr userDrawn="1"/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7908A9D-C721-8506-3DEC-DCEDF53E9D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30874" y="2622533"/>
            <a:ext cx="1080000" cy="108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5EAA75E-A0A7-C855-406F-9E8A16D2EF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93199" y="2726283"/>
            <a:ext cx="1080000" cy="108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D44A50A1-691A-B51C-73BA-EE58287793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96888" y="2726283"/>
            <a:ext cx="1080000" cy="108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C6593021-A8E0-8335-48D0-DEBD584106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0949" y="2622533"/>
            <a:ext cx="1080000" cy="1080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C70944-6387-1270-9CA5-A0773BB2F0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40149" y="2629496"/>
            <a:ext cx="1080000" cy="10800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76226185-5942-529A-4892-E04A509426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10949" y="2673552"/>
            <a:ext cx="1080000" cy="10800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ACBDF699-29E7-B7FD-8C0B-F5822EC01B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41702" y="2568867"/>
            <a:ext cx="1080000" cy="1080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2304A049-6CFA-4336-4DF6-E12099E8B0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21599" y="2584302"/>
            <a:ext cx="1080000" cy="108000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A7F132FF-2319-EDAB-D25E-EEB39820B4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265299" y="2726283"/>
            <a:ext cx="1080000" cy="10800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A1699BDC-8BD0-B6FA-A5E0-25F81B87B4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974574" y="2726283"/>
            <a:ext cx="1080000" cy="108000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DC0B0A39-EA38-29E2-1A5E-52AE83136A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431093" y="2756508"/>
            <a:ext cx="1080000" cy="1080000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0B7D5C1D-BD86-1F0F-8AF1-3158150D8A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388538" y="4410333"/>
            <a:ext cx="1080000" cy="1080000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17BCDA58-AC82-9A92-74D7-13ED572049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136776" y="4410333"/>
            <a:ext cx="1080000" cy="1080000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950F247E-9582-4CF0-C5C3-72DB74C422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003193" y="2756508"/>
            <a:ext cx="1080000" cy="1080000"/>
          </a:xfrm>
          <a:prstGeom prst="rect">
            <a:avLst/>
          </a:prstGeom>
        </p:spPr>
      </p:pic>
      <p:pic>
        <p:nvPicPr>
          <p:cNvPr id="62" name="Grafik 61">
            <a:extLst>
              <a:ext uri="{FF2B5EF4-FFF2-40B4-BE49-F238E27FC236}">
                <a16:creationId xmlns:a16="http://schemas.microsoft.com/office/drawing/2014/main" id="{1D7D0F4A-57DB-5455-C02A-156FDB0D82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6516888" y="4525083"/>
            <a:ext cx="1080000" cy="1080000"/>
          </a:xfrm>
          <a:prstGeom prst="rect">
            <a:avLst/>
          </a:prstGeom>
        </p:spPr>
      </p:pic>
      <p:pic>
        <p:nvPicPr>
          <p:cNvPr id="63" name="Grafik 62">
            <a:extLst>
              <a:ext uri="{FF2B5EF4-FFF2-40B4-BE49-F238E27FC236}">
                <a16:creationId xmlns:a16="http://schemas.microsoft.com/office/drawing/2014/main" id="{99E21938-E290-14B8-AC91-FA47628159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917724" y="4571058"/>
            <a:ext cx="1080000" cy="1080000"/>
          </a:xfrm>
          <a:prstGeom prst="rect">
            <a:avLst/>
          </a:prstGeom>
        </p:spPr>
      </p:pic>
      <p:pic>
        <p:nvPicPr>
          <p:cNvPr id="64" name="Grafik 63">
            <a:extLst>
              <a:ext uri="{FF2B5EF4-FFF2-40B4-BE49-F238E27FC236}">
                <a16:creationId xmlns:a16="http://schemas.microsoft.com/office/drawing/2014/main" id="{A6688428-6BE1-3FC0-5D8A-523CEA8E1E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54699" y="4410333"/>
            <a:ext cx="1080000" cy="1080000"/>
          </a:xfrm>
          <a:prstGeom prst="rect">
            <a:avLst/>
          </a:prstGeom>
        </p:spPr>
      </p:pic>
      <p:pic>
        <p:nvPicPr>
          <p:cNvPr id="65" name="Grafik 64">
            <a:extLst>
              <a:ext uri="{FF2B5EF4-FFF2-40B4-BE49-F238E27FC236}">
                <a16:creationId xmlns:a16="http://schemas.microsoft.com/office/drawing/2014/main" id="{14BF561C-8FD6-1248-4784-48BEF6DDC28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966874" y="4469021"/>
            <a:ext cx="1080000" cy="1080000"/>
          </a:xfrm>
          <a:prstGeom prst="rect">
            <a:avLst/>
          </a:prstGeom>
        </p:spPr>
      </p:pic>
      <p:pic>
        <p:nvPicPr>
          <p:cNvPr id="66" name="Grafik 65">
            <a:extLst>
              <a:ext uri="{FF2B5EF4-FFF2-40B4-BE49-F238E27FC236}">
                <a16:creationId xmlns:a16="http://schemas.microsoft.com/office/drawing/2014/main" id="{45188F61-CD26-1431-2831-E2E28B98D4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617436" y="4410333"/>
            <a:ext cx="1080000" cy="1080000"/>
          </a:xfrm>
          <a:prstGeom prst="rect">
            <a:avLst/>
          </a:prstGeom>
        </p:spPr>
      </p:pic>
      <p:pic>
        <p:nvPicPr>
          <p:cNvPr id="67" name="Grafik 66">
            <a:extLst>
              <a:ext uri="{FF2B5EF4-FFF2-40B4-BE49-F238E27FC236}">
                <a16:creationId xmlns:a16="http://schemas.microsoft.com/office/drawing/2014/main" id="{5CECEC51-9E8A-D348-B2F7-7E1CEFCF17F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365674" y="4469021"/>
            <a:ext cx="1080000" cy="1080000"/>
          </a:xfrm>
          <a:prstGeom prst="rect">
            <a:avLst/>
          </a:prstGeom>
        </p:spPr>
      </p:pic>
      <p:pic>
        <p:nvPicPr>
          <p:cNvPr id="68" name="Grafik 67">
            <a:extLst>
              <a:ext uri="{FF2B5EF4-FFF2-40B4-BE49-F238E27FC236}">
                <a16:creationId xmlns:a16="http://schemas.microsoft.com/office/drawing/2014/main" id="{653FF4A8-0AA5-DB13-8F8F-49AD19D1E6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59512" y="6366471"/>
            <a:ext cx="1080000" cy="1080000"/>
          </a:xfrm>
          <a:prstGeom prst="rect">
            <a:avLst/>
          </a:prstGeom>
        </p:spPr>
      </p:pic>
      <p:pic>
        <p:nvPicPr>
          <p:cNvPr id="69" name="Grafik 68">
            <a:extLst>
              <a:ext uri="{FF2B5EF4-FFF2-40B4-BE49-F238E27FC236}">
                <a16:creationId xmlns:a16="http://schemas.microsoft.com/office/drawing/2014/main" id="{51EAAD84-9D07-66C0-0E46-0B61A2C7C6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210999" y="6350196"/>
            <a:ext cx="1080000" cy="1080000"/>
          </a:xfrm>
          <a:prstGeom prst="rect">
            <a:avLst/>
          </a:prstGeom>
        </p:spPr>
      </p:pic>
      <p:pic>
        <p:nvPicPr>
          <p:cNvPr id="70" name="Grafik 69">
            <a:extLst>
              <a:ext uri="{FF2B5EF4-FFF2-40B4-BE49-F238E27FC236}">
                <a16:creationId xmlns:a16="http://schemas.microsoft.com/office/drawing/2014/main" id="{98D9801B-8C96-D677-59BA-3E99B1CE5A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168449" y="7826646"/>
            <a:ext cx="1080000" cy="1080000"/>
          </a:xfrm>
          <a:prstGeom prst="rect">
            <a:avLst/>
          </a:prstGeom>
        </p:spPr>
      </p:pic>
      <p:pic>
        <p:nvPicPr>
          <p:cNvPr id="71" name="Grafik 70">
            <a:extLst>
              <a:ext uri="{FF2B5EF4-FFF2-40B4-BE49-F238E27FC236}">
                <a16:creationId xmlns:a16="http://schemas.microsoft.com/office/drawing/2014/main" id="{90AFCA52-B8BD-1A40-315F-20584B92C5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647098" y="6278209"/>
            <a:ext cx="1080000" cy="1080000"/>
          </a:xfrm>
          <a:prstGeom prst="rect">
            <a:avLst/>
          </a:prstGeom>
        </p:spPr>
      </p:pic>
      <p:pic>
        <p:nvPicPr>
          <p:cNvPr id="72" name="Grafik 71">
            <a:extLst>
              <a:ext uri="{FF2B5EF4-FFF2-40B4-BE49-F238E27FC236}">
                <a16:creationId xmlns:a16="http://schemas.microsoft.com/office/drawing/2014/main" id="{8A348409-22CE-7A56-FDA6-B9D6C1DFEA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696374" y="7856946"/>
            <a:ext cx="1080000" cy="1080000"/>
          </a:xfrm>
          <a:prstGeom prst="rect">
            <a:avLst/>
          </a:prstGeom>
        </p:spPr>
      </p:pic>
      <p:pic>
        <p:nvPicPr>
          <p:cNvPr id="73" name="Grafik 72">
            <a:extLst>
              <a:ext uri="{FF2B5EF4-FFF2-40B4-BE49-F238E27FC236}">
                <a16:creationId xmlns:a16="http://schemas.microsoft.com/office/drawing/2014/main" id="{1EF70462-BAA2-8BDE-B4C3-3991F4AD5D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230949" y="7851171"/>
            <a:ext cx="1080000" cy="1080000"/>
          </a:xfrm>
          <a:prstGeom prst="rect">
            <a:avLst/>
          </a:prstGeom>
        </p:spPr>
      </p:pic>
      <p:pic>
        <p:nvPicPr>
          <p:cNvPr id="74" name="Grafik 73">
            <a:extLst>
              <a:ext uri="{FF2B5EF4-FFF2-40B4-BE49-F238E27FC236}">
                <a16:creationId xmlns:a16="http://schemas.microsoft.com/office/drawing/2014/main" id="{B3BB2537-D1D1-3A00-9303-FC649C0207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863149" y="6412671"/>
            <a:ext cx="1080000" cy="1080000"/>
          </a:xfrm>
          <a:prstGeom prst="rect">
            <a:avLst/>
          </a:prstGeom>
        </p:spPr>
      </p:pic>
      <p:pic>
        <p:nvPicPr>
          <p:cNvPr id="75" name="Grafik 74">
            <a:extLst>
              <a:ext uri="{FF2B5EF4-FFF2-40B4-BE49-F238E27FC236}">
                <a16:creationId xmlns:a16="http://schemas.microsoft.com/office/drawing/2014/main" id="{270A6B89-E49A-E8FA-ACDF-A9453BAF93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833224" y="7826646"/>
            <a:ext cx="1080000" cy="1080000"/>
          </a:xfrm>
          <a:prstGeom prst="rect">
            <a:avLst/>
          </a:prstGeom>
        </p:spPr>
      </p:pic>
      <p:pic>
        <p:nvPicPr>
          <p:cNvPr id="76" name="Grafik 75">
            <a:extLst>
              <a:ext uri="{FF2B5EF4-FFF2-40B4-BE49-F238E27FC236}">
                <a16:creationId xmlns:a16="http://schemas.microsoft.com/office/drawing/2014/main" id="{72676831-861D-2ACF-19BC-8D95B6C97B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571186" y="6439383"/>
            <a:ext cx="1080000" cy="1080000"/>
          </a:xfrm>
          <a:prstGeom prst="rect">
            <a:avLst/>
          </a:prstGeom>
        </p:spPr>
      </p:pic>
      <p:pic>
        <p:nvPicPr>
          <p:cNvPr id="77" name="Grafik 76">
            <a:extLst>
              <a:ext uri="{FF2B5EF4-FFF2-40B4-BE49-F238E27FC236}">
                <a16:creationId xmlns:a16="http://schemas.microsoft.com/office/drawing/2014/main" id="{B8F42756-66EF-81D4-C123-5BCEFD97F9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562224" y="7851171"/>
            <a:ext cx="1080000" cy="1080000"/>
          </a:xfrm>
          <a:prstGeom prst="rect">
            <a:avLst/>
          </a:prstGeom>
        </p:spPr>
      </p:pic>
      <p:pic>
        <p:nvPicPr>
          <p:cNvPr id="78" name="Grafik 77">
            <a:extLst>
              <a:ext uri="{FF2B5EF4-FFF2-40B4-BE49-F238E27FC236}">
                <a16:creationId xmlns:a16="http://schemas.microsoft.com/office/drawing/2014/main" id="{B65E1B85-9A53-8B68-99FF-7912E7C8BD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397449" y="6412446"/>
            <a:ext cx="1080000" cy="1080000"/>
          </a:xfrm>
          <a:prstGeom prst="rect">
            <a:avLst/>
          </a:prstGeom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F5D92250-9DE3-750A-DC55-837C33B566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947210" y="6231471"/>
            <a:ext cx="1080000" cy="1080000"/>
          </a:xfrm>
          <a:prstGeom prst="rect">
            <a:avLst/>
          </a:prstGeom>
        </p:spPr>
      </p:pic>
      <p:pic>
        <p:nvPicPr>
          <p:cNvPr id="100" name="Grafik 99">
            <a:extLst>
              <a:ext uri="{FF2B5EF4-FFF2-40B4-BE49-F238E27FC236}">
                <a16:creationId xmlns:a16="http://schemas.microsoft.com/office/drawing/2014/main" id="{AB73CC29-E6A4-6993-B6B0-FD4BB5BDBB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075924" y="7826646"/>
            <a:ext cx="1080000" cy="1080000"/>
          </a:xfrm>
          <a:prstGeom prst="rect">
            <a:avLst/>
          </a:prstGeom>
        </p:spPr>
      </p:pic>
      <p:pic>
        <p:nvPicPr>
          <p:cNvPr id="101" name="Grafik 100">
            <a:extLst>
              <a:ext uri="{FF2B5EF4-FFF2-40B4-BE49-F238E27FC236}">
                <a16:creationId xmlns:a16="http://schemas.microsoft.com/office/drawing/2014/main" id="{8712A4BB-FE21-1DD7-6B0A-2468DAAFF3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346986" y="6310409"/>
            <a:ext cx="1080000" cy="1080000"/>
          </a:xfrm>
          <a:prstGeom prst="rect">
            <a:avLst/>
          </a:prstGeom>
        </p:spPr>
      </p:pic>
      <p:pic>
        <p:nvPicPr>
          <p:cNvPr id="102" name="Grafik 101">
            <a:extLst>
              <a:ext uri="{FF2B5EF4-FFF2-40B4-BE49-F238E27FC236}">
                <a16:creationId xmlns:a16="http://schemas.microsoft.com/office/drawing/2014/main" id="{C312F2C1-1B8D-0E62-F9FF-FFFCF18F0A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394674" y="7826646"/>
            <a:ext cx="1080000" cy="1080000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887D7093-4540-EB4F-EFFE-E2FBDBA9BB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396374" y="7851171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08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6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02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470452"/>
            <a:ext cx="6433312" cy="5629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4623943" cy="5629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470452"/>
            <a:ext cx="4623943" cy="5629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/>
          </a:p>
        </p:txBody>
      </p:sp>
      <p:sp>
        <p:nvSpPr>
          <p:cNvPr id="33" name="object 3">
            <a:extLst>
              <a:ext uri="{FF2B5EF4-FFF2-40B4-BE49-F238E27FC236}">
                <a16:creationId xmlns:a16="http://schemas.microsoft.com/office/drawing/2014/main" id="{FB6FE013-D504-22CE-C6F6-3BAF6D319F64}"/>
              </a:ext>
            </a:extLst>
          </p:cNvPr>
          <p:cNvSpPr/>
          <p:nvPr userDrawn="1"/>
        </p:nvSpPr>
        <p:spPr>
          <a:xfrm>
            <a:off x="13927200" y="732731"/>
            <a:ext cx="6183250" cy="555179"/>
          </a:xfrm>
          <a:custGeom>
            <a:avLst/>
            <a:gdLst/>
            <a:ahLst/>
            <a:cxnLst/>
            <a:rect l="l" t="t" r="r" b="b"/>
            <a:pathLst>
              <a:path w="6217284" h="529590">
                <a:moveTo>
                  <a:pt x="6216742" y="0"/>
                </a:moveTo>
                <a:lnTo>
                  <a:pt x="0" y="0"/>
                </a:lnTo>
                <a:lnTo>
                  <a:pt x="0" y="529282"/>
                </a:lnTo>
                <a:lnTo>
                  <a:pt x="6216742" y="529282"/>
                </a:lnTo>
                <a:lnTo>
                  <a:pt x="6216742" y="0"/>
                </a:lnTo>
                <a:close/>
              </a:path>
            </a:pathLst>
          </a:custGeom>
          <a:solidFill>
            <a:srgbClr val="A2CB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DEDCF36A-E1E5-5EE1-FC3F-CCA11CC94BCD}"/>
              </a:ext>
            </a:extLst>
          </p:cNvPr>
          <p:cNvSpPr txBox="1"/>
          <p:nvPr userDrawn="1"/>
        </p:nvSpPr>
        <p:spPr>
          <a:xfrm>
            <a:off x="13927200" y="821289"/>
            <a:ext cx="5220444" cy="415498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/>
            <a:r>
              <a:rPr lang="de-AT" sz="2100" b="1">
                <a:solidFill>
                  <a:srgbClr val="102D41"/>
                </a:solidFill>
                <a:latin typeface="+mj-lt"/>
                <a:cs typeface="Leelawadee UI"/>
              </a:rPr>
              <a:t>ELEKTRONIK &amp; TECHN. INFORMATIK</a:t>
            </a:r>
            <a:endParaRPr lang="de-AT" sz="2100">
              <a:latin typeface="+mj-lt"/>
            </a:endParaRPr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65F82143-27DA-A1B9-1A87-1A4A89BC7AD1}"/>
              </a:ext>
            </a:extLst>
          </p:cNvPr>
          <p:cNvCxnSpPr>
            <a:cxnSpLocks/>
          </p:cNvCxnSpPr>
          <p:nvPr userDrawn="1"/>
        </p:nvCxnSpPr>
        <p:spPr>
          <a:xfrm>
            <a:off x="13396199" y="660723"/>
            <a:ext cx="669970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F88B8960-CD3E-2A6D-71E7-48B1EAEC8317}"/>
              </a:ext>
            </a:extLst>
          </p:cNvPr>
          <p:cNvCxnSpPr>
            <a:cxnSpLocks/>
          </p:cNvCxnSpPr>
          <p:nvPr userDrawn="1"/>
        </p:nvCxnSpPr>
        <p:spPr>
          <a:xfrm flipV="1">
            <a:off x="13775847" y="84659"/>
            <a:ext cx="0" cy="119574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bject 2">
            <a:extLst>
              <a:ext uri="{FF2B5EF4-FFF2-40B4-BE49-F238E27FC236}">
                <a16:creationId xmlns:a16="http://schemas.microsoft.com/office/drawing/2014/main" id="{59842796-8DCE-3B49-27A3-17AF2CDF3E19}"/>
              </a:ext>
            </a:extLst>
          </p:cNvPr>
          <p:cNvSpPr txBox="1"/>
          <p:nvPr userDrawn="1"/>
        </p:nvSpPr>
        <p:spPr>
          <a:xfrm>
            <a:off x="17560919" y="228675"/>
            <a:ext cx="2198068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39" algn="r">
              <a:lnSpc>
                <a:spcPct val="100000"/>
              </a:lnSpc>
              <a:spcBef>
                <a:spcPts val="111"/>
              </a:spcBef>
            </a:pPr>
            <a:r>
              <a:rPr sz="2100" spc="-11">
                <a:solidFill>
                  <a:schemeClr val="bg1"/>
                </a:solidFill>
                <a:latin typeface="+mj-lt"/>
                <a:cs typeface="Leelawadee UI"/>
              </a:rPr>
              <a:t>www.bulme.at</a:t>
            </a:r>
            <a:endParaRPr sz="2100">
              <a:solidFill>
                <a:schemeClr val="bg1"/>
              </a:solidFill>
              <a:latin typeface="+mj-lt"/>
              <a:cs typeface="Leelawadee UI"/>
            </a:endParaRPr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18025832-1D3C-130E-7A27-4E6ADCEC9B2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940482" y="108147"/>
            <a:ext cx="1717842" cy="469770"/>
            <a:chOff x="375183" y="375193"/>
            <a:chExt cx="3730981" cy="1020294"/>
          </a:xfrm>
        </p:grpSpPr>
        <p:sp>
          <p:nvSpPr>
            <p:cNvPr id="41" name="bg object 17">
              <a:extLst>
                <a:ext uri="{FF2B5EF4-FFF2-40B4-BE49-F238E27FC236}">
                  <a16:creationId xmlns:a16="http://schemas.microsoft.com/office/drawing/2014/main" id="{30A358C3-68EB-2DD7-EA23-AA1D42BF0265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bg object 18">
              <a:extLst>
                <a:ext uri="{FF2B5EF4-FFF2-40B4-BE49-F238E27FC236}">
                  <a16:creationId xmlns:a16="http://schemas.microsoft.com/office/drawing/2014/main" id="{3FADF484-D5C3-1AE1-920B-8B05F325DC9B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bg object 19">
              <a:extLst>
                <a:ext uri="{FF2B5EF4-FFF2-40B4-BE49-F238E27FC236}">
                  <a16:creationId xmlns:a16="http://schemas.microsoft.com/office/drawing/2014/main" id="{C8B777A6-F5C8-6AED-1191-32ED4328D06A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bg object 20">
              <a:extLst>
                <a:ext uri="{FF2B5EF4-FFF2-40B4-BE49-F238E27FC236}">
                  <a16:creationId xmlns:a16="http://schemas.microsoft.com/office/drawing/2014/main" id="{E4CE7C21-B0F0-A5AB-8C55-F34B2908157E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45" name="bg object 21">
              <a:extLst>
                <a:ext uri="{FF2B5EF4-FFF2-40B4-BE49-F238E27FC236}">
                  <a16:creationId xmlns:a16="http://schemas.microsoft.com/office/drawing/2014/main" id="{D3C77984-E08F-38EB-6909-26AF349DBF43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46" name="bg object 22">
              <a:extLst>
                <a:ext uri="{FF2B5EF4-FFF2-40B4-BE49-F238E27FC236}">
                  <a16:creationId xmlns:a16="http://schemas.microsoft.com/office/drawing/2014/main" id="{E6429977-519D-51EA-142F-D73EF30B85A2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47" name="bg object 23">
              <a:extLst>
                <a:ext uri="{FF2B5EF4-FFF2-40B4-BE49-F238E27FC236}">
                  <a16:creationId xmlns:a16="http://schemas.microsoft.com/office/drawing/2014/main" id="{B2940E80-47E8-9690-477A-EA9510143141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bg object 24">
              <a:extLst>
                <a:ext uri="{FF2B5EF4-FFF2-40B4-BE49-F238E27FC236}">
                  <a16:creationId xmlns:a16="http://schemas.microsoft.com/office/drawing/2014/main" id="{A9003A24-7E7F-C8B4-E503-A18F1DAEBEF6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49" name="bg object 25">
              <a:extLst>
                <a:ext uri="{FF2B5EF4-FFF2-40B4-BE49-F238E27FC236}">
                  <a16:creationId xmlns:a16="http://schemas.microsoft.com/office/drawing/2014/main" id="{6EB07E71-CAD2-F07E-6D22-9B41591D1D3B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50" name="bg object 26">
              <a:extLst>
                <a:ext uri="{FF2B5EF4-FFF2-40B4-BE49-F238E27FC236}">
                  <a16:creationId xmlns:a16="http://schemas.microsoft.com/office/drawing/2014/main" id="{B5CDF13B-9710-E692-1560-5C79A3158E8C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bg object 27">
              <a:extLst>
                <a:ext uri="{FF2B5EF4-FFF2-40B4-BE49-F238E27FC236}">
                  <a16:creationId xmlns:a16="http://schemas.microsoft.com/office/drawing/2014/main" id="{F3EB3B7D-B609-1C49-586F-C9279AB1E759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g object 28">
              <a:extLst>
                <a:ext uri="{FF2B5EF4-FFF2-40B4-BE49-F238E27FC236}">
                  <a16:creationId xmlns:a16="http://schemas.microsoft.com/office/drawing/2014/main" id="{1525DD8A-074A-BB48-4B3B-E927D85F7870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bg object 29">
              <a:extLst>
                <a:ext uri="{FF2B5EF4-FFF2-40B4-BE49-F238E27FC236}">
                  <a16:creationId xmlns:a16="http://schemas.microsoft.com/office/drawing/2014/main" id="{E13C8EF9-CFD9-0A76-8416-2DF558944C7B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bg object 30">
              <a:extLst>
                <a:ext uri="{FF2B5EF4-FFF2-40B4-BE49-F238E27FC236}">
                  <a16:creationId xmlns:a16="http://schemas.microsoft.com/office/drawing/2014/main" id="{B502069D-FC2E-ADD8-BA23-6F27B7147F58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bg object 31">
              <a:extLst>
                <a:ext uri="{FF2B5EF4-FFF2-40B4-BE49-F238E27FC236}">
                  <a16:creationId xmlns:a16="http://schemas.microsoft.com/office/drawing/2014/main" id="{12753668-0BBF-48EC-717A-2E2475925325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8" name="Grafik 57" descr="Ein Bild, das Screenshot, Grafiken, Design enthält.&#10;&#10;Automatisch generierte Beschreibung">
            <a:extLst>
              <a:ext uri="{FF2B5EF4-FFF2-40B4-BE49-F238E27FC236}">
                <a16:creationId xmlns:a16="http://schemas.microsoft.com/office/drawing/2014/main" id="{F8155F6A-2BCA-6E7C-1DB3-4A3CAD2E8321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2400" y="774000"/>
            <a:ext cx="481091" cy="47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951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3" r:id="rId2"/>
    <p:sldLayoutId id="2147483712" r:id="rId3"/>
    <p:sldLayoutId id="2147483694" r:id="rId4"/>
    <p:sldLayoutId id="2147483709" r:id="rId5"/>
    <p:sldLayoutId id="2147483710" r:id="rId6"/>
    <p:sldLayoutId id="2147483695" r:id="rId7"/>
    <p:sldLayoutId id="2147483696" r:id="rId8"/>
    <p:sldLayoutId id="2147483697" r:id="rId9"/>
    <p:sldLayoutId id="2147483714" r:id="rId10"/>
    <p:sldLayoutId id="2147483715" r:id="rId11"/>
    <p:sldLayoutId id="2147483716" r:id="rId12"/>
    <p:sldLayoutId id="2147483718" r:id="rId13"/>
    <p:sldLayoutId id="2147483719" r:id="rId14"/>
    <p:sldLayoutId id="2147483720" r:id="rId15"/>
    <p:sldLayoutId id="2147483721" r:id="rId16"/>
  </p:sldLayoutIdLst>
  <p:hf hdr="0" dt="0"/>
  <p:txStyles>
    <p:titleStyle>
      <a:lvl1pPr eaLnBrk="1" hangingPunct="1">
        <a:defRPr>
          <a:solidFill>
            <a:srgbClr val="00B050"/>
          </a:solidFill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501" userDrawn="1">
          <p15:clr>
            <a:srgbClr val="F26B43"/>
          </p15:clr>
        </p15:guide>
        <p15:guide id="2" pos="63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7200" dirty="0"/>
              <a:t>AI-</a:t>
            </a:r>
            <a:r>
              <a:rPr lang="de-DE" sz="7200" dirty="0" err="1"/>
              <a:t>KeywordDetection</a:t>
            </a:r>
            <a:r>
              <a:rPr lang="de-DE" sz="7200" dirty="0"/>
              <a:t> </a:t>
            </a:r>
            <a:r>
              <a:rPr lang="de-AT" sz="7200" dirty="0"/>
              <a:t>mit </a:t>
            </a:r>
            <a:r>
              <a:rPr lang="de-AT" sz="7200" dirty="0" err="1"/>
              <a:t>TensorFlow</a:t>
            </a:r>
            <a:r>
              <a:rPr lang="de-AT" sz="7200" dirty="0"/>
              <a:t> &amp; Keras</a:t>
            </a:r>
            <a:endParaRPr sz="7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Dominik Praja</a:t>
            </a:r>
            <a:br>
              <a:rPr lang="de-AT" dirty="0"/>
            </a:br>
            <a:r>
              <a:rPr lang="de-AT" dirty="0"/>
              <a:t>	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153564" y="6391276"/>
            <a:ext cx="17297399" cy="914400"/>
          </a:xfrm>
        </p:spPr>
        <p:txBody>
          <a:bodyPr/>
          <a:lstStyle/>
          <a:p>
            <a:endParaRPr lang="de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504FBA-2B58-2B71-0E89-DCF40ADD4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Das Gesamtsystem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2675A1D-8975-21F7-E7CA-6B4553053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9002" y="2460923"/>
            <a:ext cx="18866096" cy="7704856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de-AT" sz="4000" b="1" i="0" dirty="0">
                <a:solidFill>
                  <a:srgbClr val="CCCCCC"/>
                </a:solidFill>
                <a:effectLst/>
                <a:latin typeface="Segoe WPC"/>
              </a:rPr>
              <a:t> Ziel:</a:t>
            </a:r>
            <a:r>
              <a:rPr lang="de-AT" sz="4000" b="0" i="0" dirty="0">
                <a:solidFill>
                  <a:srgbClr val="CCCCCC"/>
                </a:solidFill>
                <a:effectLst/>
                <a:latin typeface="Segoe WPC"/>
              </a:rPr>
              <a:t> 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de-AT" sz="3400" dirty="0">
                <a:solidFill>
                  <a:srgbClr val="CCCCCC"/>
                </a:solidFill>
                <a:latin typeface="Segoe WPC"/>
              </a:rPr>
              <a:t> </a:t>
            </a:r>
            <a:r>
              <a:rPr lang="de-AT" sz="3400" b="0" i="0" dirty="0">
                <a:solidFill>
                  <a:srgbClr val="CCCCCC"/>
                </a:solidFill>
                <a:effectLst/>
                <a:latin typeface="Segoe WPC"/>
              </a:rPr>
              <a:t>Erkennung von vier Sprachbefehlen (</a:t>
            </a:r>
            <a:r>
              <a:rPr lang="de-AT" sz="3400" b="0" i="0" dirty="0" err="1">
                <a:solidFill>
                  <a:srgbClr val="D0D0D0"/>
                </a:solidFill>
                <a:effectLst/>
                <a:latin typeface="ui-monospace"/>
              </a:rPr>
              <a:t>yes</a:t>
            </a:r>
            <a:r>
              <a:rPr lang="de-AT" sz="3400" b="0" i="0" dirty="0">
                <a:solidFill>
                  <a:srgbClr val="CCCCCC"/>
                </a:solidFill>
                <a:effectLst/>
                <a:latin typeface="Segoe WPC"/>
              </a:rPr>
              <a:t>, </a:t>
            </a:r>
            <a:r>
              <a:rPr lang="de-AT" sz="3400" b="0" i="0" dirty="0" err="1">
                <a:solidFill>
                  <a:srgbClr val="D0D0D0"/>
                </a:solidFill>
                <a:effectLst/>
                <a:latin typeface="ui-monospace"/>
              </a:rPr>
              <a:t>no</a:t>
            </a:r>
            <a:r>
              <a:rPr lang="de-AT" sz="3400" b="0" i="0" dirty="0">
                <a:solidFill>
                  <a:srgbClr val="CCCCCC"/>
                </a:solidFill>
                <a:effectLst/>
                <a:latin typeface="Segoe WPC"/>
              </a:rPr>
              <a:t>, </a:t>
            </a:r>
            <a:r>
              <a:rPr lang="de-AT" sz="3400" b="0" i="0" dirty="0" err="1">
                <a:solidFill>
                  <a:srgbClr val="D0D0D0"/>
                </a:solidFill>
                <a:effectLst/>
                <a:latin typeface="ui-monospace"/>
              </a:rPr>
              <a:t>up</a:t>
            </a:r>
            <a:r>
              <a:rPr lang="de-AT" sz="3400" b="0" i="0" dirty="0">
                <a:solidFill>
                  <a:srgbClr val="CCCCCC"/>
                </a:solidFill>
                <a:effectLst/>
                <a:latin typeface="Segoe WPC"/>
              </a:rPr>
              <a:t>, </a:t>
            </a:r>
            <a:r>
              <a:rPr lang="de-AT" sz="3400" b="0" i="0" dirty="0">
                <a:solidFill>
                  <a:srgbClr val="D0D0D0"/>
                </a:solidFill>
                <a:effectLst/>
                <a:latin typeface="ui-monospace"/>
              </a:rPr>
              <a:t>down</a:t>
            </a:r>
            <a:r>
              <a:rPr lang="de-AT" sz="3400" b="0" i="0" dirty="0">
                <a:solidFill>
                  <a:srgbClr val="CCCCCC"/>
                </a:solidFill>
                <a:effectLst/>
                <a:latin typeface="Segoe WPC"/>
              </a:rPr>
              <a:t>) sowie Aussortierung unbekannter  Wörter/Geräusche in die Klasse </a:t>
            </a:r>
            <a:r>
              <a:rPr lang="de-AT" sz="3400" b="0" i="0" dirty="0" err="1">
                <a:solidFill>
                  <a:srgbClr val="D0D0D0"/>
                </a:solidFill>
                <a:effectLst/>
                <a:latin typeface="ui-monospace"/>
              </a:rPr>
              <a:t>other</a:t>
            </a:r>
            <a:r>
              <a:rPr lang="de-AT" sz="3400" b="0" i="0" dirty="0">
                <a:solidFill>
                  <a:srgbClr val="CCCCCC"/>
                </a:solidFill>
                <a:effectLst/>
                <a:latin typeface="Segoe WPC"/>
              </a:rPr>
              <a:t>.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de-AT" sz="3600" b="0" i="0" dirty="0">
                <a:solidFill>
                  <a:srgbClr val="CCCCCC"/>
                </a:solidFill>
                <a:effectLst/>
                <a:latin typeface="Segoe WPC"/>
              </a:rPr>
              <a:t>Latenzfreie Klassifikation von 1 Sekunde langen Audiodateien (16.000 Hz, Mono).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AT" sz="3600" b="0" i="0" dirty="0">
                <a:solidFill>
                  <a:srgbClr val="CCCCCC"/>
                </a:solidFill>
                <a:effectLst/>
                <a:latin typeface="Segoe WPC"/>
              </a:rPr>
              <a:t>  Zuverlässigkeit durch Schutzfilter (Stille und Unsicherheit erkennen).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de-AT" sz="3600" b="0" i="0" dirty="0">
              <a:solidFill>
                <a:srgbClr val="CCCCCC"/>
              </a:solidFill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de-AT" sz="4000" b="1" i="0" dirty="0">
                <a:solidFill>
                  <a:srgbClr val="CCCCCC"/>
                </a:solidFill>
                <a:effectLst/>
                <a:latin typeface="Segoe WPC"/>
              </a:rPr>
              <a:t> Gesamt-Workflow:</a:t>
            </a:r>
            <a:r>
              <a:rPr lang="de-AT" sz="4000" b="0" i="0" dirty="0">
                <a:solidFill>
                  <a:srgbClr val="CCCCCC"/>
                </a:solidFill>
                <a:effectLst/>
                <a:latin typeface="Segoe WPC"/>
              </a:rPr>
              <a:t> 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de-AT" sz="3400" b="0" i="0" dirty="0">
                <a:solidFill>
                  <a:srgbClr val="CCCCCC"/>
                </a:solidFill>
                <a:effectLst/>
                <a:latin typeface="Segoe WPC"/>
              </a:rPr>
              <a:t> WAV-Audio -&gt; </a:t>
            </a:r>
            <a:r>
              <a:rPr lang="de-AT" sz="3400" b="0" i="0" dirty="0" err="1">
                <a:solidFill>
                  <a:srgbClr val="CCCCCC"/>
                </a:solidFill>
                <a:effectLst/>
                <a:latin typeface="Segoe WPC"/>
              </a:rPr>
              <a:t>tf.data</a:t>
            </a:r>
            <a:r>
              <a:rPr lang="de-AT" sz="3400" b="0" i="0" dirty="0">
                <a:solidFill>
                  <a:srgbClr val="CCCCCC"/>
                </a:solidFill>
                <a:effectLst/>
                <a:latin typeface="Segoe WPC"/>
              </a:rPr>
              <a:t>-Pipeline -&gt; MFCC-Features (40, 81, 1)  -&gt; CNN (ONNX) -&gt;  Vorhersage-Klasse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7983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74C2DBC-C4F1-CFD0-DBE6-0ECB08900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Problem: S</a:t>
            </a:r>
            <a:r>
              <a:rPr lang="de-AT" dirty="0" err="1"/>
              <a:t>chlechte</a:t>
            </a:r>
            <a:r>
              <a:rPr lang="de-AT" dirty="0"/>
              <a:t> Datenqualität</a:t>
            </a:r>
            <a:br>
              <a:rPr lang="de-AT" b="0" dirty="0"/>
            </a:br>
            <a:endParaRPr lang="de-AT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71F8C25-3723-E80C-C467-4916DE4DD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9488" y="1884859"/>
            <a:ext cx="18145570" cy="8136904"/>
          </a:xfrm>
        </p:spPr>
        <p:txBody>
          <a:bodyPr/>
          <a:lstStyle/>
          <a:p>
            <a:r>
              <a:rPr lang="de-AT" sz="3600" b="1" dirty="0">
                <a:solidFill>
                  <a:srgbClr val="CCCCCC"/>
                </a:solidFill>
                <a:latin typeface="Segoe WPC"/>
              </a:rPr>
              <a:t>Problem im Roh-Datensatz (Google Speech </a:t>
            </a:r>
            <a:r>
              <a:rPr lang="de-AT" sz="3600" b="1" dirty="0" err="1">
                <a:solidFill>
                  <a:srgbClr val="CCCCCC"/>
                </a:solidFill>
                <a:latin typeface="Segoe WPC"/>
              </a:rPr>
              <a:t>Commands</a:t>
            </a:r>
            <a:r>
              <a:rPr lang="de-AT" sz="3600" b="1" dirty="0">
                <a:solidFill>
                  <a:srgbClr val="CCCCCC"/>
                </a:solidFill>
                <a:latin typeface="Segoe WPC"/>
              </a:rPr>
              <a:t>):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de-AT" sz="3200" dirty="0">
                <a:solidFill>
                  <a:srgbClr val="CCCCCC"/>
                </a:solidFill>
                <a:latin typeface="Segoe WPC"/>
              </a:rPr>
              <a:t>Enthielt fehlerhafte, leere, stumme oder falsch benannte Audiodateien.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de-AT" sz="3200" dirty="0">
                <a:solidFill>
                  <a:srgbClr val="CCCCCC"/>
                </a:solidFill>
                <a:latin typeface="Segoe WPC"/>
              </a:rPr>
              <a:t>Leere Dateien verursachten Abstürze/Ladefehler beim Training.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de-AT" sz="3200" dirty="0">
                <a:solidFill>
                  <a:srgbClr val="CCCCCC"/>
                </a:solidFill>
                <a:latin typeface="Segoe WPC"/>
              </a:rPr>
              <a:t>Stumme Dateien führten zu Fehltriggern (</a:t>
            </a:r>
            <a:r>
              <a:rPr lang="de-AT" sz="3200" dirty="0" err="1">
                <a:solidFill>
                  <a:srgbClr val="CCCCCC"/>
                </a:solidFill>
                <a:latin typeface="Segoe WPC"/>
              </a:rPr>
              <a:t>False</a:t>
            </a:r>
            <a:r>
              <a:rPr lang="de-AT" sz="3200" dirty="0">
                <a:solidFill>
                  <a:srgbClr val="CCCCCC"/>
                </a:solidFill>
                <a:latin typeface="Segoe WPC"/>
              </a:rPr>
              <a:t> Positives) beim Modell.</a:t>
            </a:r>
          </a:p>
          <a:p>
            <a:pPr lvl="1"/>
            <a:endParaRPr lang="de-AT" sz="3200" dirty="0">
              <a:solidFill>
                <a:srgbClr val="CCCCCC"/>
              </a:solidFill>
              <a:latin typeface="Segoe WPC"/>
            </a:endParaRPr>
          </a:p>
          <a:p>
            <a:r>
              <a:rPr lang="de-AT" sz="3600" b="1" dirty="0">
                <a:solidFill>
                  <a:srgbClr val="CCCCCC"/>
                </a:solidFill>
                <a:latin typeface="Segoe WPC"/>
              </a:rPr>
              <a:t>Lösung: Eigens entwickeltes PyQt6-Cleanup-Tool (Wav_File_Cleanup.py)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de-AT" sz="3200" dirty="0">
                <a:solidFill>
                  <a:srgbClr val="CCCCCC"/>
                </a:solidFill>
                <a:latin typeface="Segoe WPC"/>
              </a:rPr>
              <a:t>Sortierung aller Audiodateien nach ihrer Signalenergie (RMS-Lautstärke).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de-AT" sz="3200" dirty="0">
                <a:solidFill>
                  <a:srgbClr val="CCCCCC"/>
                </a:solidFill>
                <a:latin typeface="Segoe WPC"/>
              </a:rPr>
              <a:t>Stumme/leise Dateien wurden dem Reviewer somit direkt zu Beginn angezeigt.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de-AT" sz="3200" dirty="0">
                <a:solidFill>
                  <a:srgbClr val="CCCCCC"/>
                </a:solidFill>
                <a:latin typeface="Segoe WPC"/>
              </a:rPr>
              <a:t>Schnelles Behalten, Löschen oder Umsortieren per Tastendruck (Tastatur-Shortcuts).</a:t>
            </a:r>
          </a:p>
          <a:p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2F5719-296C-8F5A-B189-92725984CB6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e-AT" smtClean="0"/>
              <a:t>3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621464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ACE394-97D6-14E5-D23F-9C72D67E3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Automatische Verarbeitung des Datensatzes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AEDE2FC-3348-FFF1-5311-207CE4B01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de-AT" sz="3600" b="1" dirty="0">
                <a:solidFill>
                  <a:srgbClr val="CCCCCC"/>
                </a:solidFill>
                <a:latin typeface="Segoe WPC"/>
              </a:rPr>
              <a:t>Pipeline-Skript (Download_Dataset.py)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AT" sz="3600" b="1" dirty="0">
                <a:solidFill>
                  <a:srgbClr val="CCCCCC"/>
                </a:solidFill>
                <a:latin typeface="Segoe WPC"/>
              </a:rPr>
              <a:t>Zusammenführung der Negativ-Klassen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AT" sz="3600" b="1" dirty="0">
                <a:solidFill>
                  <a:srgbClr val="CCCCCC"/>
                </a:solidFill>
                <a:latin typeface="Segoe WPC"/>
              </a:rPr>
              <a:t>Hintergrundgeräusch-Generierung: Schneidet lange Umgebungsgeräusche (z. B. Rauschen) automatisch in überlappende 1-Sekunden-Snippets, um Trainingsdaten für Hintergrundgeräusche zu generieren.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AT" sz="3600" b="1" dirty="0">
                <a:solidFill>
                  <a:srgbClr val="CCCCCC"/>
                </a:solidFill>
                <a:latin typeface="Segoe WPC"/>
              </a:rPr>
              <a:t>Automatisierter Lösch- und Sortierprozess</a:t>
            </a:r>
          </a:p>
          <a:p>
            <a:endParaRPr lang="de-AT" sz="3600" b="1" dirty="0">
              <a:solidFill>
                <a:srgbClr val="CCCCCC"/>
              </a:solidFill>
              <a:latin typeface="Segoe WPC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174B21-FAA4-C4AB-5AE5-033D7AA1602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de-AT"/>
              <a:t>SM - KSN - Routing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21A91B-2475-4A6D-C1FE-9F521D460F4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e-AT" smtClean="0"/>
              <a:t>4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773608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E9AAC21-A2C7-ECC9-D101-9B29C0F19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Rohdatenanalyse &amp; WAV-Spezifikationen</a:t>
            </a:r>
            <a:br>
              <a:rPr lang="de-AT" dirty="0"/>
            </a:br>
            <a:endParaRPr lang="de-AT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C267BE3-19D0-9C56-D7D9-48E63D4AB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de-AT" b="1" i="0" dirty="0">
                <a:solidFill>
                  <a:srgbClr val="CCCCCC"/>
                </a:solidFill>
                <a:effectLst/>
                <a:latin typeface="Segoe WPC"/>
              </a:rPr>
              <a:t> </a:t>
            </a:r>
            <a:r>
              <a:rPr lang="de-AT" sz="4000" b="1" dirty="0">
                <a:solidFill>
                  <a:srgbClr val="CCCCCC"/>
                </a:solidFill>
                <a:latin typeface="Segoe WPC"/>
              </a:rPr>
              <a:t>WAV-Spezifikation (aus </a:t>
            </a:r>
            <a:r>
              <a:rPr lang="de-AT" sz="4000" b="1" dirty="0" err="1">
                <a:solidFill>
                  <a:srgbClr val="CCCCCC"/>
                </a:solidFill>
                <a:latin typeface="Segoe WPC"/>
              </a:rPr>
              <a:t>check_wav_specs_tf</a:t>
            </a:r>
            <a:r>
              <a:rPr lang="de-AT" sz="4000" b="1" dirty="0">
                <a:solidFill>
                  <a:srgbClr val="CCCCCC"/>
                </a:solidFill>
                <a:latin typeface="Segoe WPC"/>
              </a:rPr>
              <a:t>):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AT" sz="3600" dirty="0">
                <a:solidFill>
                  <a:srgbClr val="CCCCCC"/>
                </a:solidFill>
                <a:latin typeface="Segoe WPC"/>
              </a:rPr>
              <a:t>Sample-Rate: 16.000 Hz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AT" sz="3600" dirty="0">
                <a:solidFill>
                  <a:srgbClr val="CCCCCC"/>
                </a:solidFill>
                <a:latin typeface="Segoe WPC"/>
              </a:rPr>
              <a:t>Kanäle: 1 (Mono-Audio) -&gt; Eindimensionaler Signal-Vektor.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AT" sz="3600" dirty="0">
                <a:solidFill>
                  <a:srgbClr val="CCCCCC"/>
                </a:solidFill>
                <a:latin typeface="Segoe WPC"/>
              </a:rPr>
              <a:t>Framelänge: Genau 16.000 Samples -&gt; exakt 1 Sekunde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de-AT" b="0" i="0" dirty="0">
              <a:solidFill>
                <a:srgbClr val="CCCCCC"/>
              </a:solidFill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de-AT" b="1" i="0" dirty="0">
                <a:solidFill>
                  <a:srgbClr val="CCCCCC"/>
                </a:solidFill>
                <a:effectLst/>
                <a:latin typeface="Segoe WPC"/>
              </a:rPr>
              <a:t> </a:t>
            </a:r>
            <a:r>
              <a:rPr lang="de-AT" sz="4000" b="1" dirty="0">
                <a:solidFill>
                  <a:srgbClr val="CCCCCC"/>
                </a:solidFill>
                <a:latin typeface="Segoe WPC"/>
              </a:rPr>
              <a:t>Warum Standardisierung wichtig ist: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AT" sz="3600" dirty="0">
                <a:solidFill>
                  <a:srgbClr val="CCCCCC"/>
                </a:solidFill>
                <a:latin typeface="Segoe WPC"/>
              </a:rPr>
              <a:t>Faltungsschichten (CNNs) benötigen unveränderliche Eingangsdimensionen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AT" sz="3600" dirty="0">
                <a:solidFill>
                  <a:srgbClr val="CCCCCC"/>
                </a:solidFill>
                <a:latin typeface="Segoe WPC"/>
              </a:rPr>
              <a:t>Audiodateien aus echten Datensätzen variieren oft leicht in ihrer Länge (z. B. 0,95s oder 1,02s).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AT" sz="3600" dirty="0">
                <a:solidFill>
                  <a:srgbClr val="CCCCCC"/>
                </a:solidFill>
                <a:latin typeface="Segoe WPC"/>
              </a:rPr>
              <a:t>Die Lösung: Alle WAV-Dateien werden in der Pipeline exakt auf 16.000 Samples zentriert und mit Nullen aufgefüllt (Padding) oder abgeschnitten.</a:t>
            </a:r>
          </a:p>
          <a:p>
            <a:endParaRPr lang="de-AT" sz="4000" b="1" dirty="0">
              <a:solidFill>
                <a:srgbClr val="CCCCCC"/>
              </a:solidFill>
              <a:latin typeface="Segoe WPC"/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2D0F3FD-9003-EE0D-94C6-B4720B03076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e-AT" smtClean="0"/>
              <a:pPr/>
              <a:t>5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41888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28B21F-42F0-E3DB-2103-AAA7F215B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Datenvorbereitung &amp; </a:t>
            </a:r>
            <a:r>
              <a:rPr lang="de-AT" dirty="0" err="1"/>
              <a:t>Balancing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D1A5AB-48D2-EDB3-8B07-6B0542999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9488" y="2028875"/>
            <a:ext cx="18145570" cy="7992888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de-AT" sz="4000" b="1" dirty="0">
                <a:solidFill>
                  <a:srgbClr val="CCCCCC"/>
                </a:solidFill>
                <a:latin typeface="Segoe WPC"/>
              </a:rPr>
              <a:t> Klassenbereinigung (</a:t>
            </a:r>
            <a:r>
              <a:rPr lang="de-AT" sz="4000" b="1" dirty="0" err="1">
                <a:solidFill>
                  <a:srgbClr val="CCCCCC"/>
                </a:solidFill>
                <a:latin typeface="Segoe WPC"/>
              </a:rPr>
              <a:t>Downsampling</a:t>
            </a:r>
            <a:r>
              <a:rPr lang="de-AT" sz="4000" b="1" dirty="0">
                <a:solidFill>
                  <a:srgbClr val="CCCCCC"/>
                </a:solidFill>
                <a:latin typeface="Segoe WPC"/>
              </a:rPr>
              <a:t>):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AT" sz="3600" dirty="0">
                <a:solidFill>
                  <a:srgbClr val="CCCCCC"/>
                </a:solidFill>
                <a:latin typeface="Segoe WPC"/>
              </a:rPr>
              <a:t>Klasse </a:t>
            </a:r>
            <a:r>
              <a:rPr lang="de-AT" sz="3600" dirty="0" err="1">
                <a:solidFill>
                  <a:srgbClr val="CCCCCC"/>
                </a:solidFill>
                <a:latin typeface="Segoe WPC"/>
              </a:rPr>
              <a:t>other</a:t>
            </a:r>
            <a:r>
              <a:rPr lang="de-AT" sz="3600" dirty="0">
                <a:solidFill>
                  <a:srgbClr val="CCCCCC"/>
                </a:solidFill>
                <a:latin typeface="Segoe WPC"/>
              </a:rPr>
              <a:t> wird per Zufallsauswahl auf maximal 10.000 Dateien reduziert.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AT" sz="3600" dirty="0">
                <a:solidFill>
                  <a:srgbClr val="CCCCCC"/>
                </a:solidFill>
                <a:latin typeface="Segoe WPC"/>
              </a:rPr>
              <a:t>Verhindert eine extreme Dominanz der Nicht-Keywords (z. B. Hintergrundgeräusche, Stille).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de-AT" sz="3600" dirty="0">
              <a:solidFill>
                <a:srgbClr val="CCCCCC"/>
              </a:solidFill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de-AT" sz="4000" b="1" dirty="0">
                <a:solidFill>
                  <a:srgbClr val="CCCCCC"/>
                </a:solidFill>
                <a:latin typeface="Segoe WPC"/>
              </a:rPr>
              <a:t>Aufteilung des Datensatzes: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AT" sz="3600" dirty="0">
                <a:solidFill>
                  <a:srgbClr val="CCCCCC"/>
                </a:solidFill>
                <a:latin typeface="Segoe WPC"/>
              </a:rPr>
              <a:t>Aufteilung in 70% Training, 15% Validierung, 15% Test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AT" sz="3600" dirty="0">
                <a:solidFill>
                  <a:srgbClr val="CCCCCC"/>
                </a:solidFill>
                <a:latin typeface="Segoe WPC"/>
              </a:rPr>
              <a:t>Erhalt der Klassenverhältnisse über alle Splits hinweg.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de-AT" sz="3600" dirty="0">
              <a:solidFill>
                <a:srgbClr val="CCCCCC"/>
              </a:solidFill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de-AT" sz="4000" b="1" dirty="0">
                <a:solidFill>
                  <a:srgbClr val="CCCCCC"/>
                </a:solidFill>
                <a:latin typeface="Segoe WPC"/>
              </a:rPr>
              <a:t> Klassen-Ausgleich (</a:t>
            </a:r>
            <a:r>
              <a:rPr lang="de-AT" sz="4000" b="1" dirty="0" err="1">
                <a:solidFill>
                  <a:srgbClr val="CCCCCC"/>
                </a:solidFill>
                <a:latin typeface="Segoe WPC"/>
              </a:rPr>
              <a:t>Oversampling</a:t>
            </a:r>
            <a:r>
              <a:rPr lang="de-AT" sz="4000" b="1" dirty="0">
                <a:solidFill>
                  <a:srgbClr val="CCCCCC"/>
                </a:solidFill>
                <a:latin typeface="Segoe WPC"/>
              </a:rPr>
              <a:t>):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AT" sz="3600" dirty="0">
                <a:solidFill>
                  <a:srgbClr val="CCCCCC"/>
                </a:solidFill>
                <a:latin typeface="Segoe WPC"/>
              </a:rPr>
              <a:t>Keyword-Klassen im Trainingsset werden durch Ziehen mit Zurücklegen (</a:t>
            </a:r>
            <a:r>
              <a:rPr lang="de-AT" sz="3600" dirty="0" err="1">
                <a:solidFill>
                  <a:srgbClr val="CCCCCC"/>
                </a:solidFill>
                <a:latin typeface="Segoe WPC"/>
              </a:rPr>
              <a:t>random.choices</a:t>
            </a:r>
            <a:r>
              <a:rPr lang="de-AT" sz="3600" dirty="0">
                <a:solidFill>
                  <a:srgbClr val="CCCCCC"/>
                </a:solidFill>
                <a:latin typeface="Segoe WPC"/>
              </a:rPr>
              <a:t>) auf 8.000 Dateien pro Klasse vergrößert.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AT" sz="3600" dirty="0">
                <a:solidFill>
                  <a:srgbClr val="CCCCCC"/>
                </a:solidFill>
                <a:latin typeface="Segoe WPC"/>
              </a:rPr>
              <a:t>Finale Trainingsverteilung: </a:t>
            </a:r>
            <a:r>
              <a:rPr lang="de-AT" sz="3600" dirty="0" err="1">
                <a:solidFill>
                  <a:srgbClr val="CCCCCC"/>
                </a:solidFill>
                <a:latin typeface="Segoe WPC"/>
              </a:rPr>
              <a:t>yes</a:t>
            </a:r>
            <a:r>
              <a:rPr lang="de-AT" sz="3600" dirty="0">
                <a:solidFill>
                  <a:srgbClr val="CCCCCC"/>
                </a:solidFill>
                <a:latin typeface="Segoe WPC"/>
              </a:rPr>
              <a:t>/</a:t>
            </a:r>
            <a:r>
              <a:rPr lang="de-AT" sz="3600" dirty="0" err="1">
                <a:solidFill>
                  <a:srgbClr val="CCCCCC"/>
                </a:solidFill>
                <a:latin typeface="Segoe WPC"/>
              </a:rPr>
              <a:t>no</a:t>
            </a:r>
            <a:r>
              <a:rPr lang="de-AT" sz="3600" dirty="0">
                <a:solidFill>
                  <a:srgbClr val="CCCCCC"/>
                </a:solidFill>
                <a:latin typeface="Segoe WPC"/>
              </a:rPr>
              <a:t>/</a:t>
            </a:r>
            <a:r>
              <a:rPr lang="de-AT" sz="3600" dirty="0" err="1">
                <a:solidFill>
                  <a:srgbClr val="CCCCCC"/>
                </a:solidFill>
                <a:latin typeface="Segoe WPC"/>
              </a:rPr>
              <a:t>up</a:t>
            </a:r>
            <a:r>
              <a:rPr lang="de-AT" sz="3600" dirty="0">
                <a:solidFill>
                  <a:srgbClr val="CCCCCC"/>
                </a:solidFill>
                <a:latin typeface="Segoe WPC"/>
              </a:rPr>
              <a:t>/down je 8.000 Dateien, </a:t>
            </a:r>
            <a:r>
              <a:rPr lang="de-AT" sz="3600" dirty="0" err="1">
                <a:solidFill>
                  <a:srgbClr val="CCCCCC"/>
                </a:solidFill>
                <a:latin typeface="Segoe WPC"/>
              </a:rPr>
              <a:t>other</a:t>
            </a:r>
            <a:r>
              <a:rPr lang="de-AT" sz="3600" dirty="0">
                <a:solidFill>
                  <a:srgbClr val="CCCCCC"/>
                </a:solidFill>
                <a:latin typeface="Segoe WPC"/>
              </a:rPr>
              <a:t> 10.000 Dateien.</a:t>
            </a:r>
          </a:p>
          <a:p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75B0604-E917-7885-4A70-8F76B09B0BF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e-AT" smtClean="0"/>
              <a:t>6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700987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48E09A-F3C1-F804-4B3D-6F74BDC49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TensorFlow</a:t>
            </a:r>
            <a:r>
              <a:rPr lang="de-AT" dirty="0"/>
              <a:t> Daten-Pipeline</a:t>
            </a:r>
            <a:br>
              <a:rPr lang="de-AT" dirty="0"/>
            </a:br>
            <a:r>
              <a:rPr lang="de-AT" sz="2800" b="0" dirty="0">
                <a:solidFill>
                  <a:srgbClr val="CCCCCC"/>
                </a:solidFill>
                <a:latin typeface="Segoe WPC"/>
                <a:ea typeface="+mn-ea"/>
                <a:cs typeface="Leelawadee UI" panose="020B0502040204020203" pitchFamily="34" charset="-34"/>
              </a:rPr>
              <a:t>Asynchrone Datenverarbeitung mit </a:t>
            </a:r>
            <a:r>
              <a:rPr lang="de-AT" sz="2800" b="0" dirty="0" err="1">
                <a:solidFill>
                  <a:srgbClr val="CCCCCC"/>
                </a:solidFill>
                <a:latin typeface="Segoe WPC"/>
                <a:ea typeface="+mn-ea"/>
                <a:cs typeface="Leelawadee UI" panose="020B0502040204020203" pitchFamily="34" charset="-34"/>
              </a:rPr>
              <a:t>tf.data</a:t>
            </a:r>
            <a:endParaRPr lang="de-AT" sz="2800" b="0" dirty="0">
              <a:solidFill>
                <a:srgbClr val="CCCCCC"/>
              </a:solidFill>
              <a:latin typeface="Segoe WPC"/>
              <a:ea typeface="+mn-ea"/>
              <a:cs typeface="Leelawadee UI" panose="020B0502040204020203" pitchFamily="34" charset="-34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9F747EC-924E-774A-A2C9-95294FFC3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de-AT" sz="4000" b="1" dirty="0">
                <a:solidFill>
                  <a:srgbClr val="CCCCCC"/>
                </a:solidFill>
                <a:latin typeface="Segoe WPC"/>
                <a:cs typeface="Helvetica" panose="020B0604020202020204" pitchFamily="34" charset="0"/>
              </a:rPr>
              <a:t>Problem: Synchrone Dateiverarbeitung in Python blockiert das GPU-Training.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de-AT" sz="3200" dirty="0">
                <a:solidFill>
                  <a:srgbClr val="CCCCCC"/>
                </a:solidFill>
                <a:latin typeface="Segoe WPC"/>
              </a:rPr>
              <a:t>Die Lösung: </a:t>
            </a:r>
            <a:r>
              <a:rPr lang="de-AT" sz="3200" dirty="0" err="1">
                <a:solidFill>
                  <a:srgbClr val="CCCCCC"/>
                </a:solidFill>
                <a:latin typeface="Segoe WPC"/>
              </a:rPr>
              <a:t>tf.data.Dataset</a:t>
            </a:r>
            <a:r>
              <a:rPr lang="de-AT" sz="3200" dirty="0">
                <a:solidFill>
                  <a:srgbClr val="CCCCCC"/>
                </a:solidFill>
                <a:latin typeface="Segoe WPC"/>
              </a:rPr>
              <a:t> Pipeline mit Multithreading.</a:t>
            </a:r>
          </a:p>
          <a:p>
            <a:pPr lvl="1"/>
            <a:endParaRPr lang="de-AT" b="1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de-AT" sz="4000" b="1" dirty="0">
                <a:solidFill>
                  <a:srgbClr val="CCCCCC"/>
                </a:solidFill>
                <a:latin typeface="Segoe WPC"/>
                <a:cs typeface="Helvetica" panose="020B0604020202020204" pitchFamily="34" charset="0"/>
              </a:rPr>
              <a:t>Schlüsselelemente der Pipeline:</a:t>
            </a:r>
          </a:p>
          <a:p>
            <a:pPr marL="1485900" lvl="2" indent="-571500"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de-AT" sz="3600" dirty="0">
                <a:solidFill>
                  <a:srgbClr val="CCCCCC"/>
                </a:solidFill>
                <a:latin typeface="Segoe WPC"/>
              </a:rPr>
              <a:t>@tf.function: Vorverarbeitungs-Code wird in den schnellen </a:t>
            </a:r>
            <a:r>
              <a:rPr lang="de-AT" sz="3600" dirty="0" err="1">
                <a:solidFill>
                  <a:srgbClr val="CCCCCC"/>
                </a:solidFill>
                <a:latin typeface="Segoe WPC"/>
              </a:rPr>
              <a:t>TensorFlow</a:t>
            </a:r>
            <a:r>
              <a:rPr lang="de-AT" sz="3600" dirty="0">
                <a:solidFill>
                  <a:srgbClr val="CCCCCC"/>
                </a:solidFill>
                <a:latin typeface="Segoe WPC"/>
              </a:rPr>
              <a:t>-Graph kompiliert.</a:t>
            </a:r>
          </a:p>
          <a:p>
            <a:pPr marL="1485900" lvl="2" indent="-571500"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de-AT" sz="3600" dirty="0" err="1">
                <a:solidFill>
                  <a:srgbClr val="CCCCCC"/>
                </a:solidFill>
                <a:latin typeface="Segoe WPC"/>
              </a:rPr>
              <a:t>num_parallel_calls</a:t>
            </a:r>
            <a:r>
              <a:rPr lang="de-AT" sz="3600" dirty="0">
                <a:solidFill>
                  <a:srgbClr val="CCCCCC"/>
                </a:solidFill>
                <a:latin typeface="Segoe WPC"/>
              </a:rPr>
              <a:t>=</a:t>
            </a:r>
            <a:r>
              <a:rPr lang="de-AT" sz="3600" dirty="0" err="1">
                <a:solidFill>
                  <a:srgbClr val="CCCCCC"/>
                </a:solidFill>
                <a:latin typeface="Segoe WPC"/>
              </a:rPr>
              <a:t>tf.data.AUTOTUNE</a:t>
            </a:r>
            <a:r>
              <a:rPr lang="de-AT" sz="3600" dirty="0">
                <a:solidFill>
                  <a:srgbClr val="CCCCCC"/>
                </a:solidFill>
                <a:latin typeface="Segoe WPC"/>
              </a:rPr>
              <a:t>: Paralleles Laden und Decodieren der Audiodateien über mehrere CPU-Kerne.</a:t>
            </a:r>
          </a:p>
          <a:p>
            <a:pPr marL="1485900" lvl="2" indent="-571500"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de-AT" sz="3600" dirty="0" err="1">
                <a:solidFill>
                  <a:srgbClr val="CCCCCC"/>
                </a:solidFill>
                <a:latin typeface="Segoe WPC"/>
              </a:rPr>
              <a:t>prefetch</a:t>
            </a:r>
            <a:r>
              <a:rPr lang="de-AT" sz="3600" dirty="0">
                <a:solidFill>
                  <a:srgbClr val="CCCCCC"/>
                </a:solidFill>
                <a:latin typeface="Segoe WPC"/>
              </a:rPr>
              <a:t>(</a:t>
            </a:r>
            <a:r>
              <a:rPr lang="de-AT" sz="3600" dirty="0" err="1">
                <a:solidFill>
                  <a:srgbClr val="CCCCCC"/>
                </a:solidFill>
                <a:latin typeface="Segoe WPC"/>
              </a:rPr>
              <a:t>tf.data.AUTOTUNE</a:t>
            </a:r>
            <a:r>
              <a:rPr lang="de-AT" sz="3600" dirty="0">
                <a:solidFill>
                  <a:srgbClr val="CCCCCC"/>
                </a:solidFill>
                <a:latin typeface="Segoe WPC"/>
              </a:rPr>
              <a:t>): CPU bereitet den nächsten Batch vor, während die GPU trainiert.</a:t>
            </a:r>
          </a:p>
          <a:p>
            <a:br>
              <a:rPr lang="de-AT" dirty="0"/>
            </a:br>
            <a:endParaRPr lang="de-AT" dirty="0">
              <a:solidFill>
                <a:srgbClr val="CCCCCC"/>
              </a:solidFill>
              <a:latin typeface="Segoe WPC"/>
              <a:cs typeface="Leelawadee UI" panose="020B0502040204020203" pitchFamily="34" charset="-34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BDC4FE0-2947-5038-A37B-7B51AE1A7FB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de-AT"/>
              <a:t>SM - KSN - Routing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CDA1F54-ABE8-3EEE-3960-6C07FE4FD54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e-AT" smtClean="0"/>
              <a:t>7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248840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F9BF0C-16DB-98AA-E52F-AF828404C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sz="4400" b="0" dirty="0" err="1"/>
              <a:t>Preprocessing</a:t>
            </a:r>
            <a:r>
              <a:rPr lang="de-AT" sz="4400" b="0" dirty="0"/>
              <a:t>: Vom Audiosignal zum MFCC-Tensor</a:t>
            </a:r>
            <a:endParaRPr lang="de-AT" sz="440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F86264-ECF9-46CF-6671-44DBD003F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9488" y="1956867"/>
            <a:ext cx="18145570" cy="8064896"/>
          </a:xfrm>
        </p:spPr>
        <p:txBody>
          <a:bodyPr/>
          <a:lstStyle/>
          <a:p>
            <a:pPr algn="l"/>
            <a:r>
              <a:rPr lang="de-AT" sz="3600" b="1" dirty="0">
                <a:solidFill>
                  <a:srgbClr val="CCCCCC"/>
                </a:solidFill>
                <a:latin typeface="Segoe WPC"/>
              </a:rPr>
              <a:t>1. </a:t>
            </a:r>
            <a:r>
              <a:rPr lang="de-AT" sz="4000" b="1" dirty="0">
                <a:solidFill>
                  <a:srgbClr val="CCCCCC"/>
                </a:solidFill>
                <a:latin typeface="Segoe WPC"/>
              </a:rPr>
              <a:t>Kurzzeit-Fourier-Transformation</a:t>
            </a:r>
            <a:r>
              <a:rPr lang="de-AT" sz="3600" b="1" dirty="0">
                <a:solidFill>
                  <a:srgbClr val="CCCCCC"/>
                </a:solidFill>
                <a:latin typeface="Segoe WPC"/>
              </a:rPr>
              <a:t> (STFT):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AT" sz="3600" dirty="0">
                <a:solidFill>
                  <a:srgbClr val="CCCCCC"/>
                </a:solidFill>
                <a:latin typeface="Segoe WPC"/>
              </a:rPr>
              <a:t>Zerlegt das Audiosignal in 81 kurze Zeitfenster (25 </a:t>
            </a:r>
            <a:r>
              <a:rPr lang="de-AT" sz="3600" dirty="0" err="1">
                <a:solidFill>
                  <a:srgbClr val="CCCCCC"/>
                </a:solidFill>
                <a:latin typeface="Segoe WPC"/>
              </a:rPr>
              <a:t>ms</a:t>
            </a:r>
            <a:r>
              <a:rPr lang="de-AT" sz="3600" dirty="0">
                <a:solidFill>
                  <a:srgbClr val="CCCCCC"/>
                </a:solidFill>
                <a:latin typeface="Segoe WPC"/>
              </a:rPr>
              <a:t>) und berechnet deren Frequenzen.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de-AT" sz="3600" dirty="0">
              <a:solidFill>
                <a:srgbClr val="CCCCCC"/>
              </a:solidFill>
              <a:latin typeface="Segoe WPC"/>
            </a:endParaRPr>
          </a:p>
          <a:p>
            <a:pPr algn="l"/>
            <a:r>
              <a:rPr lang="de-AT" sz="4000" b="1" dirty="0">
                <a:solidFill>
                  <a:srgbClr val="CCCCCC"/>
                </a:solidFill>
                <a:latin typeface="Segoe WPC"/>
                <a:cs typeface="Helvetica" panose="020B0604020202020204" pitchFamily="34" charset="0"/>
              </a:rPr>
              <a:t>2. Mel-Skalierung: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AT" sz="3600" dirty="0">
                <a:solidFill>
                  <a:srgbClr val="CCCCCC"/>
                </a:solidFill>
                <a:latin typeface="Segoe WPC"/>
              </a:rPr>
              <a:t>Projiziert 257 Frequenzbänder auf 64 Mel-Bänder 80 Hz bis 7600 Hz.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de-AT" sz="4600" b="1" dirty="0">
              <a:solidFill>
                <a:srgbClr val="CCCCCC"/>
              </a:solidFill>
              <a:latin typeface="Segoe WPC"/>
            </a:endParaRPr>
          </a:p>
          <a:p>
            <a:pPr algn="l"/>
            <a:r>
              <a:rPr lang="de-AT" sz="4000" b="1" dirty="0">
                <a:solidFill>
                  <a:srgbClr val="CCCCCC"/>
                </a:solidFill>
                <a:latin typeface="Segoe WPC"/>
              </a:rPr>
              <a:t>3. MFCC (Mel-</a:t>
            </a:r>
            <a:r>
              <a:rPr lang="de-AT" sz="4000" b="1" dirty="0" err="1">
                <a:solidFill>
                  <a:srgbClr val="CCCCCC"/>
                </a:solidFill>
                <a:latin typeface="Segoe WPC"/>
              </a:rPr>
              <a:t>Frequency</a:t>
            </a:r>
            <a:r>
              <a:rPr lang="de-AT" sz="4000" b="1" dirty="0">
                <a:solidFill>
                  <a:srgbClr val="CCCCCC"/>
                </a:solidFill>
                <a:latin typeface="Segoe WPC"/>
              </a:rPr>
              <a:t> </a:t>
            </a:r>
            <a:r>
              <a:rPr lang="de-AT" sz="4000" b="1" dirty="0" err="1">
                <a:solidFill>
                  <a:srgbClr val="CCCCCC"/>
                </a:solidFill>
                <a:latin typeface="Segoe WPC"/>
              </a:rPr>
              <a:t>Cepstral</a:t>
            </a:r>
            <a:r>
              <a:rPr lang="de-AT" sz="4000" b="1" dirty="0">
                <a:solidFill>
                  <a:srgbClr val="CCCCCC"/>
                </a:solidFill>
                <a:latin typeface="Segoe WPC"/>
              </a:rPr>
              <a:t> </a:t>
            </a:r>
            <a:r>
              <a:rPr lang="de-AT" sz="4000" b="1" dirty="0" err="1">
                <a:solidFill>
                  <a:srgbClr val="CCCCCC"/>
                </a:solidFill>
                <a:latin typeface="Segoe WPC"/>
              </a:rPr>
              <a:t>Coefficients</a:t>
            </a:r>
            <a:r>
              <a:rPr lang="de-AT" sz="4000" b="1" dirty="0">
                <a:solidFill>
                  <a:srgbClr val="CCCCCC"/>
                </a:solidFill>
                <a:latin typeface="Segoe WPC"/>
              </a:rPr>
              <a:t>):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AT" sz="3600" dirty="0">
                <a:solidFill>
                  <a:srgbClr val="CCCCCC"/>
                </a:solidFill>
                <a:latin typeface="Segoe WPC"/>
              </a:rPr>
              <a:t>Dekorrelation mittels DCT -&gt; Erhalt der ersten 40 wichtigsten Koeffizienten.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AT" sz="3600" dirty="0">
                <a:solidFill>
                  <a:srgbClr val="CCCCCC"/>
                </a:solidFill>
                <a:latin typeface="Segoe WPC"/>
              </a:rPr>
              <a:t>Analogie Foto-Kompression: JPEG-Kompression verwirft unsichtbare/ununterscheidbare Details.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de-AT" sz="3600" dirty="0">
              <a:solidFill>
                <a:srgbClr val="CCCCCC"/>
              </a:solidFill>
              <a:latin typeface="Segoe WPC"/>
            </a:endParaRPr>
          </a:p>
          <a:p>
            <a:pPr algn="l"/>
            <a:r>
              <a:rPr lang="de-AT" sz="4000" b="1" dirty="0">
                <a:solidFill>
                  <a:srgbClr val="CCCCCC"/>
                </a:solidFill>
                <a:latin typeface="Segoe WPC"/>
              </a:rPr>
              <a:t>4. Ergebnis: </a:t>
            </a:r>
            <a:endParaRPr lang="de-AT" sz="4000" dirty="0">
              <a:solidFill>
                <a:srgbClr val="CCCCCC"/>
              </a:solidFill>
              <a:latin typeface="Segoe WPC"/>
              <a:cs typeface="+mn-cs"/>
            </a:endParaRPr>
          </a:p>
          <a:p>
            <a:pPr lvl="1" algn="l">
              <a:buFont typeface="Arial" panose="020B0604020202020204" pitchFamily="34" charset="0"/>
              <a:buChar char="•"/>
            </a:pPr>
            <a:r>
              <a:rPr lang="de-AT" sz="3600" dirty="0">
                <a:solidFill>
                  <a:srgbClr val="CCCCCC"/>
                </a:solidFill>
                <a:latin typeface="Segoe WPC"/>
              </a:rPr>
              <a:t> Matrix der Dimension (40, 81, 1) verhält sich für das CNN wie ein Graustufen-Bild.</a:t>
            </a:r>
          </a:p>
          <a:p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54C7B8F-3A28-D082-E852-7735C6F6720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e-AT" smtClean="0"/>
              <a:t>8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3865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09964A-E8D8-A0EF-54E5-0BEEB98F0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Wieso MFCC statt direkt Mel </a:t>
            </a:r>
            <a:r>
              <a:rPr lang="de-AT" dirty="0" err="1"/>
              <a:t>MelSpectrogram</a:t>
            </a:r>
            <a:r>
              <a:rPr lang="de-DE" dirty="0"/>
              <a:t>?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0FFD50-8C2A-31B3-956E-CF0446D09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3600" dirty="0">
                <a:solidFill>
                  <a:srgbClr val="CCCCCC"/>
                </a:solidFill>
                <a:latin typeface="Segoe WPC"/>
                <a:cs typeface="+mn-cs"/>
              </a:rPr>
              <a:t>Log-Mel-Spektrogramm enthält sehr viele feine Details (Rauschen, Sprechen anderer Personen im Hintergrund)</a:t>
            </a:r>
          </a:p>
          <a:p>
            <a:endParaRPr lang="de-AT" sz="3600" dirty="0">
              <a:solidFill>
                <a:srgbClr val="CCCCCC"/>
              </a:solidFill>
              <a:latin typeface="Segoe WPC"/>
              <a:cs typeface="+mn-cs"/>
            </a:endParaRPr>
          </a:p>
          <a:p>
            <a:r>
              <a:rPr lang="de-AT" sz="3600" b="1" dirty="0">
                <a:solidFill>
                  <a:srgbClr val="CCCCCC"/>
                </a:solidFill>
                <a:latin typeface="Segoe WPC"/>
              </a:rPr>
              <a:t>Datenkompression &amp; Rauschfilterung:</a:t>
            </a:r>
          </a:p>
          <a:p>
            <a:pPr lvl="1"/>
            <a:r>
              <a:rPr lang="de-AT" sz="3200" dirty="0">
                <a:solidFill>
                  <a:srgbClr val="CCCCCC"/>
                </a:solidFill>
                <a:latin typeface="Segoe WPC"/>
              </a:rPr>
              <a:t>DCT (Diskrete </a:t>
            </a:r>
            <a:r>
              <a:rPr lang="de-AT" sz="3200" dirty="0" err="1">
                <a:solidFill>
                  <a:srgbClr val="CCCCCC"/>
                </a:solidFill>
                <a:latin typeface="Segoe WPC"/>
              </a:rPr>
              <a:t>Kosinustransformation</a:t>
            </a:r>
            <a:r>
              <a:rPr lang="de-AT" sz="3200" dirty="0">
                <a:solidFill>
                  <a:srgbClr val="CCCCCC"/>
                </a:solidFill>
                <a:latin typeface="Segoe WPC"/>
              </a:rPr>
              <a:t>) entfernt irrelevante hochfrequente Störgeräusche.</a:t>
            </a:r>
          </a:p>
          <a:p>
            <a:pPr lvl="1"/>
            <a:endParaRPr lang="de-AT" dirty="0"/>
          </a:p>
          <a:p>
            <a:r>
              <a:rPr lang="de-AT" sz="3600" b="1" dirty="0">
                <a:solidFill>
                  <a:srgbClr val="CCCCCC"/>
                </a:solidFill>
                <a:latin typeface="Segoe WPC"/>
              </a:rPr>
              <a:t>Sprecherunabhängigkeit:</a:t>
            </a:r>
          </a:p>
          <a:p>
            <a:pPr lvl="1"/>
            <a:r>
              <a:rPr lang="de-AT" sz="3200" dirty="0">
                <a:solidFill>
                  <a:srgbClr val="CCCCCC"/>
                </a:solidFill>
                <a:latin typeface="Segoe WPC"/>
              </a:rPr>
              <a:t>Reduziert den Einfluss der Tonhöhe und fokussiert stärker auf die spektrale Hüllkurve.</a:t>
            </a:r>
          </a:p>
          <a:p>
            <a:pPr lvl="1"/>
            <a:r>
              <a:rPr lang="de-AT" sz="3200" dirty="0">
                <a:solidFill>
                  <a:srgbClr val="CCCCCC"/>
                </a:solidFill>
                <a:latin typeface="Segoe WPC"/>
              </a:rPr>
              <a:t>Fokussiert sich rein auf die Hüllkurve des Vokaltrakts (wie das Wort ausgesprochen wird).</a:t>
            </a:r>
          </a:p>
          <a:p>
            <a:pPr lvl="1"/>
            <a:endParaRPr lang="de-AT" sz="3600" b="1" dirty="0">
              <a:solidFill>
                <a:srgbClr val="CCCCCC"/>
              </a:solidFill>
              <a:latin typeface="Segoe WPC"/>
              <a:cs typeface="Helvetica" panose="020B0604020202020204" pitchFamily="34" charset="0"/>
            </a:endParaRPr>
          </a:p>
          <a:p>
            <a:r>
              <a:rPr lang="de-AT" sz="3600" b="1" dirty="0">
                <a:solidFill>
                  <a:srgbClr val="CCCCCC"/>
                </a:solidFill>
                <a:latin typeface="Segoe WPC"/>
              </a:rPr>
              <a:t>Vorteil: Vermeidung von </a:t>
            </a:r>
            <a:r>
              <a:rPr lang="de-AT" sz="3600" b="1" dirty="0" err="1">
                <a:solidFill>
                  <a:srgbClr val="CCCCCC"/>
                </a:solidFill>
                <a:latin typeface="Segoe WPC"/>
              </a:rPr>
              <a:t>Overfitting</a:t>
            </a:r>
            <a:r>
              <a:rPr lang="de-AT" sz="3600" b="1" dirty="0">
                <a:solidFill>
                  <a:srgbClr val="CCCCCC"/>
                </a:solidFill>
                <a:latin typeface="Segoe WPC"/>
              </a:rPr>
              <a:t> (Überanpassung):</a:t>
            </a:r>
          </a:p>
          <a:p>
            <a:pPr lvl="1"/>
            <a:r>
              <a:rPr lang="de-AT" sz="3200" dirty="0">
                <a:solidFill>
                  <a:srgbClr val="CCCCCC"/>
                </a:solidFill>
                <a:latin typeface="Segoe WPC"/>
              </a:rPr>
              <a:t>Reduzierung der Merkmale von 64 (Mel-Bänder) auf 40 (MFCC-Koeffizienten).</a:t>
            </a:r>
          </a:p>
          <a:p>
            <a:pPr lvl="1"/>
            <a:r>
              <a:rPr lang="de-AT" sz="3200" dirty="0">
                <a:solidFill>
                  <a:srgbClr val="CCCCCC"/>
                </a:solidFill>
                <a:latin typeface="Segoe WPC"/>
              </a:rPr>
              <a:t>Zwingt das neuronale Netz, sich auf die wichtigsten Sprachstrukturen zu konzentrieren.</a:t>
            </a:r>
          </a:p>
          <a:p>
            <a:pPr lvl="1"/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9CF604E-AD7C-B565-3DF6-2FE5EA009F7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e-AT" smtClean="0"/>
              <a:t>9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538355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B8561C-51F1-05E9-6C9E-869755F2F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Datenaugmentierung &amp; SpecAugment </a:t>
            </a:r>
            <a:br>
              <a:rPr lang="de-AT"/>
            </a:br>
            <a:endParaRPr lang="de-A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platzhalter 2">
                <a:extLst>
                  <a:ext uri="{FF2B5EF4-FFF2-40B4-BE49-F238E27FC236}">
                    <a16:creationId xmlns:a16="http://schemas.microsoft.com/office/drawing/2014/main" id="{666A5EED-646E-D659-D27C-FCC7331D45D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979488" y="2100883"/>
                <a:ext cx="18145570" cy="7920880"/>
              </a:xfrm>
            </p:spPr>
            <p:txBody>
              <a:bodyPr/>
              <a:lstStyle/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de-AT" sz="3600" b="1" dirty="0">
                    <a:solidFill>
                      <a:srgbClr val="CCCCCC"/>
                    </a:solidFill>
                    <a:latin typeface="Segoe WPC"/>
                    <a:cs typeface="Helvetica" panose="020B0604020202020204" pitchFamily="34" charset="0"/>
                  </a:rPr>
                  <a:t>Time Shifting (Zeitversatz):</a:t>
                </a:r>
              </a:p>
              <a:p>
                <a:pPr marL="1143000" lvl="2" indent="-228600" algn="l">
                  <a:buFont typeface="Arial" panose="020B0604020202020204" pitchFamily="34" charset="0"/>
                  <a:buChar char="•"/>
                </a:pPr>
                <a:r>
                  <a:rPr lang="de-AT" sz="3200" dirty="0">
                    <a:solidFill>
                      <a:srgbClr val="CCCCCC"/>
                    </a:solidFill>
                    <a:latin typeface="Segoe WPC"/>
                  </a:rPr>
                  <a:t>Zufälliger Versatz des Audiosignals zwischen </a:t>
                </a:r>
                <a14:m>
                  <m:oMath xmlns:m="http://schemas.openxmlformats.org/officeDocument/2006/math">
                    <m:r>
                      <a:rPr lang="de-AT" sz="3200">
                        <a:solidFill>
                          <a:srgbClr val="CCCCCC"/>
                        </a:solidFill>
                        <a:latin typeface="Cambria Math" panose="02040503050406030204" pitchFamily="18" charset="0"/>
                      </a:rPr>
                      <m:t>−1600</m:t>
                    </m:r>
                  </m:oMath>
                </a14:m>
                <a:r>
                  <a:rPr lang="de-AT" sz="3200" dirty="0">
                    <a:solidFill>
                      <a:srgbClr val="CCCCCC"/>
                    </a:solidFill>
                    <a:latin typeface="Segoe WPC"/>
                  </a:rPr>
                  <a:t> und </a:t>
                </a:r>
                <a14:m>
                  <m:oMath xmlns:m="http://schemas.openxmlformats.org/officeDocument/2006/math">
                    <m:r>
                      <a:rPr lang="de-AT" sz="3200">
                        <a:solidFill>
                          <a:srgbClr val="CCCCCC"/>
                        </a:solidFill>
                        <a:latin typeface="Cambria Math" panose="02040503050406030204" pitchFamily="18" charset="0"/>
                      </a:rPr>
                      <m:t>1600</m:t>
                    </m:r>
                  </m:oMath>
                </a14:m>
                <a:r>
                  <a:rPr lang="de-AT" sz="3200" dirty="0">
                    <a:solidFill>
                      <a:srgbClr val="CCCCCC"/>
                    </a:solidFill>
                    <a:latin typeface="Segoe WPC"/>
                  </a:rPr>
                  <a:t> Samples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3200" b="0" i="0" smtClean="0">
                        <a:solidFill>
                          <a:srgbClr val="CCCCCC"/>
                        </a:solidFill>
                        <a:latin typeface="Cambria Math" panose="02040503050406030204" pitchFamily="18" charset="0"/>
                      </a:rPr>
                      <m:t>also</m:t>
                    </m:r>
                    <m:r>
                      <a:rPr lang="de-DE" sz="3200" b="0" i="0" smtClean="0">
                        <a:solidFill>
                          <a:srgbClr val="CCCCCC"/>
                        </a:solidFill>
                        <a:latin typeface="Cambria Math" panose="02040503050406030204" pitchFamily="18" charset="0"/>
                      </a:rPr>
                      <m:t> ±100</m:t>
                    </m:r>
                    <m:r>
                      <m:rPr>
                        <m:nor/>
                      </m:rPr>
                      <a:rPr lang="de-AT" sz="3200">
                        <a:solidFill>
                          <a:srgbClr val="CCCCCC"/>
                        </a:solidFill>
                        <a:latin typeface="Segoe WPC"/>
                      </a:rPr>
                      <m:t> </m:t>
                    </m:r>
                    <m:r>
                      <m:rPr>
                        <m:nor/>
                      </m:rPr>
                      <a:rPr lang="de-AT" sz="3200">
                        <a:solidFill>
                          <a:srgbClr val="CCCCCC"/>
                        </a:solidFill>
                        <a:latin typeface="Segoe WPC"/>
                      </a:rPr>
                      <m:t>ms</m:t>
                    </m:r>
                  </m:oMath>
                </a14:m>
                <a:r>
                  <a:rPr lang="de-AT" sz="3200" dirty="0">
                    <a:solidFill>
                      <a:srgbClr val="CCCCCC"/>
                    </a:solidFill>
                    <a:latin typeface="Segoe WPC"/>
                  </a:rPr>
                  <a:t>)</a:t>
                </a:r>
              </a:p>
              <a:p>
                <a:pPr marL="1143000" lvl="2" indent="-228600" algn="l">
                  <a:buFont typeface="Arial" panose="020B0604020202020204" pitchFamily="34" charset="0"/>
                  <a:buChar char="•"/>
                </a:pPr>
                <a:r>
                  <a:rPr lang="de-AT" sz="3200" dirty="0">
                    <a:solidFill>
                      <a:srgbClr val="CCCCCC"/>
                    </a:solidFill>
                    <a:latin typeface="Segoe WPC"/>
                  </a:rPr>
                  <a:t>Freie Ränder werden mit Nullen aufgefüllt (Zero-Padding, kein zyklisches Rollen).</a:t>
                </a:r>
              </a:p>
              <a:p>
                <a:pPr marL="1143000" lvl="2" indent="-228600" algn="l">
                  <a:buFont typeface="Arial" panose="020B0604020202020204" pitchFamily="34" charset="0"/>
                  <a:buChar char="•"/>
                </a:pPr>
                <a:endParaRPr lang="de-AT" sz="2000" b="0" i="0" dirty="0">
                  <a:solidFill>
                    <a:srgbClr val="CCCCCC"/>
                  </a:solidFill>
                  <a:effectLst/>
                  <a:latin typeface="Segoe WPC"/>
                </a:endParaRP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de-AT" sz="3600" b="1" dirty="0" err="1">
                    <a:solidFill>
                      <a:srgbClr val="CCCCCC"/>
                    </a:solidFill>
                    <a:latin typeface="Segoe WPC"/>
                    <a:cs typeface="Helvetica" panose="020B0604020202020204" pitchFamily="34" charset="0"/>
                  </a:rPr>
                  <a:t>SpecAugment</a:t>
                </a:r>
                <a:r>
                  <a:rPr lang="de-AT" sz="3600" b="1" dirty="0">
                    <a:solidFill>
                      <a:srgbClr val="CCCCCC"/>
                    </a:solidFill>
                    <a:latin typeface="Segoe WPC"/>
                    <a:cs typeface="Helvetica" panose="020B0604020202020204" pitchFamily="34" charset="0"/>
                  </a:rPr>
                  <a:t> (Spektrogramm-Maskierung) - Das Zensieren:</a:t>
                </a:r>
              </a:p>
              <a:p>
                <a:pPr marL="1143000" lvl="2" indent="-228600" algn="l">
                  <a:buFont typeface="Arial" panose="020B0604020202020204" pitchFamily="34" charset="0"/>
                  <a:buChar char="•"/>
                </a:pPr>
                <a:r>
                  <a:rPr lang="de-AT" sz="3200" dirty="0">
                    <a:solidFill>
                      <a:srgbClr val="CCCCCC"/>
                    </a:solidFill>
                    <a:latin typeface="Segoe WPC"/>
                  </a:rPr>
                  <a:t>Frequenz-Maskierung: Ausblenden (Schwärzen) von bis zu 6 zufälligen Frequenzstreifen im MFCC-Bild.</a:t>
                </a:r>
              </a:p>
              <a:p>
                <a:pPr marL="1143000" lvl="2" indent="-228600" algn="l">
                  <a:buFont typeface="Arial" panose="020B0604020202020204" pitchFamily="34" charset="0"/>
                  <a:buChar char="•"/>
                </a:pPr>
                <a:r>
                  <a:rPr lang="de-AT" sz="3200" dirty="0">
                    <a:solidFill>
                      <a:srgbClr val="CCCCCC"/>
                    </a:solidFill>
                    <a:latin typeface="Segoe WPC"/>
                  </a:rPr>
                  <a:t>Zeit-Maskierung: Ausblenden von bis zu 12 zufälligen Zeitstreifen im MFCC-Bild.</a:t>
                </a:r>
              </a:p>
              <a:p>
                <a:pPr marL="1143000" lvl="2" indent="-228600" algn="l">
                  <a:buFont typeface="Arial" panose="020B0604020202020204" pitchFamily="34" charset="0"/>
                  <a:buChar char="•"/>
                </a:pPr>
                <a:r>
                  <a:rPr lang="de-AT" sz="3200" dirty="0">
                    <a:solidFill>
                      <a:srgbClr val="CCCCCC"/>
                    </a:solidFill>
                    <a:latin typeface="Segoe WPC"/>
                  </a:rPr>
                  <a:t>Der Sinn: Das Zensieren zwingt das CNN, globale Wortmuster zu lernen, anstatt sich auf einzelne Frequenzspitzen zu verlassen.</a:t>
                </a:r>
              </a:p>
              <a:p>
                <a:pPr>
                  <a:buNone/>
                </a:pPr>
                <a:br>
                  <a:rPr lang="de-AT" dirty="0"/>
                </a:br>
                <a:endParaRPr lang="de-AT" dirty="0"/>
              </a:p>
            </p:txBody>
          </p:sp>
        </mc:Choice>
        <mc:Fallback xmlns="">
          <p:sp>
            <p:nvSpPr>
              <p:cNvPr id="3" name="Textplatzhalter 2">
                <a:extLst>
                  <a:ext uri="{FF2B5EF4-FFF2-40B4-BE49-F238E27FC236}">
                    <a16:creationId xmlns:a16="http://schemas.microsoft.com/office/drawing/2014/main" id="{666A5EED-646E-D659-D27C-FCC7331D45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79488" y="2100883"/>
                <a:ext cx="18145570" cy="7920880"/>
              </a:xfrm>
              <a:blipFill>
                <a:blip r:embed="rId3"/>
                <a:stretch>
                  <a:fillRect t="-1771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5DB9E94-ECE7-02B2-D553-96A8CAAF489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de-AT"/>
              <a:t>SM - KSN - Routing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48A747B-740B-C697-26BD-3206E997FA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e-AT" smtClean="0"/>
              <a:t>10</a:t>
            </a:fld>
            <a:endParaRPr lang="de-AT" dirty="0"/>
          </a:p>
        </p:txBody>
      </p:sp>
      <p:pic>
        <p:nvPicPr>
          <p:cNvPr id="6" name="Grafik 5" descr="Illustration of SpecAugment, where a new mel-spectrogram is generated by combining Frequency-masking and Time-masking, for each mel-spectrogram in the dataset">
            <a:extLst>
              <a:ext uri="{FF2B5EF4-FFF2-40B4-BE49-F238E27FC236}">
                <a16:creationId xmlns:a16="http://schemas.microsoft.com/office/drawing/2014/main" id="{985D1641-C38E-3CC5-01BB-73DC36E96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359" y="7141443"/>
            <a:ext cx="13875282" cy="375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514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7780CF-4A9C-40A5-95AC-92A8E0B5C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0" dirty="0"/>
              <a:t>Keras CNN-Modellarchitektur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772374-B9C3-A98E-A279-E3C181C2C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9002" y="1524819"/>
            <a:ext cx="19370152" cy="8496944"/>
          </a:xfrm>
        </p:spPr>
        <p:txBody>
          <a:bodyPr/>
          <a:lstStyle/>
          <a:p>
            <a:r>
              <a:rPr lang="de-AT" sz="4000" b="1" dirty="0">
                <a:solidFill>
                  <a:srgbClr val="CCCCCC"/>
                </a:solidFill>
                <a:latin typeface="Segoe WPC"/>
              </a:rPr>
              <a:t>Vier Faltungsblöcke (Convolutional Layers):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de-AT" sz="3600" dirty="0">
                <a:solidFill>
                  <a:srgbClr val="CCCCCC"/>
                </a:solidFill>
                <a:latin typeface="Segoe WPC"/>
              </a:rPr>
              <a:t>Anzahl an Kanäle steigt schrittweise  an: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de-AT" sz="3200" dirty="0">
                <a:solidFill>
                  <a:srgbClr val="CCCCCC"/>
                </a:solidFill>
                <a:latin typeface="Segoe WPC"/>
              </a:rPr>
              <a:t>16 -&gt; 32 -&gt; 64 -&gt; 128.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de-AT" sz="3600" dirty="0">
                <a:solidFill>
                  <a:srgbClr val="CCCCCC"/>
                </a:solidFill>
                <a:latin typeface="Segoe WPC"/>
              </a:rPr>
              <a:t>Aufbau: 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de-AT" sz="3200" dirty="0">
                <a:solidFill>
                  <a:srgbClr val="CCCCCC"/>
                </a:solidFill>
                <a:latin typeface="Segoe WPC"/>
              </a:rPr>
              <a:t>Conv2D (Kernel 3 * 3, </a:t>
            </a:r>
            <a:r>
              <a:rPr lang="de-AT" sz="3200" dirty="0" err="1">
                <a:solidFill>
                  <a:srgbClr val="CCCCCC"/>
                </a:solidFill>
                <a:latin typeface="Segoe WPC"/>
              </a:rPr>
              <a:t>use_bias</a:t>
            </a:r>
            <a:r>
              <a:rPr lang="de-AT" sz="3200" dirty="0">
                <a:solidFill>
                  <a:srgbClr val="CCCCCC"/>
                </a:solidFill>
                <a:latin typeface="Segoe WPC"/>
              </a:rPr>
              <a:t>=</a:t>
            </a:r>
            <a:r>
              <a:rPr lang="de-AT" sz="3200" dirty="0" err="1">
                <a:solidFill>
                  <a:srgbClr val="CCCCCC"/>
                </a:solidFill>
                <a:latin typeface="Segoe WPC"/>
              </a:rPr>
              <a:t>False</a:t>
            </a:r>
            <a:r>
              <a:rPr lang="de-AT" sz="3200" dirty="0">
                <a:solidFill>
                  <a:srgbClr val="CCCCCC"/>
                </a:solidFill>
                <a:latin typeface="Segoe WPC"/>
              </a:rPr>
              <a:t>) -&gt; </a:t>
            </a:r>
            <a:r>
              <a:rPr lang="de-AT" sz="3200" dirty="0" err="1">
                <a:solidFill>
                  <a:srgbClr val="CCCCCC"/>
                </a:solidFill>
                <a:latin typeface="Segoe WPC"/>
              </a:rPr>
              <a:t>BatchNormalization</a:t>
            </a:r>
            <a:r>
              <a:rPr lang="de-AT" sz="3200" dirty="0">
                <a:solidFill>
                  <a:srgbClr val="CCCCCC"/>
                </a:solidFill>
                <a:latin typeface="Segoe WPC"/>
              </a:rPr>
              <a:t> -&gt; </a:t>
            </a:r>
            <a:r>
              <a:rPr lang="de-AT" sz="3200" dirty="0" err="1">
                <a:solidFill>
                  <a:srgbClr val="CCCCCC"/>
                </a:solidFill>
                <a:latin typeface="Segoe WPC"/>
              </a:rPr>
              <a:t>ReLU</a:t>
            </a:r>
            <a:r>
              <a:rPr lang="de-AT" sz="3200" dirty="0">
                <a:solidFill>
                  <a:srgbClr val="CCCCCC"/>
                </a:solidFill>
                <a:latin typeface="Segoe WPC"/>
              </a:rPr>
              <a:t> -&gt; MaxPooling2D(2, 2).</a:t>
            </a:r>
            <a:endParaRPr lang="de-AT" sz="4000" b="1" dirty="0">
              <a:solidFill>
                <a:srgbClr val="CCCCCC"/>
              </a:solidFill>
              <a:latin typeface="Segoe WPC"/>
            </a:endParaRPr>
          </a:p>
          <a:p>
            <a:pPr>
              <a:lnSpc>
                <a:spcPct val="200000"/>
              </a:lnSpc>
            </a:pPr>
            <a:r>
              <a:rPr lang="de-AT" sz="4000" b="1" dirty="0">
                <a:solidFill>
                  <a:srgbClr val="CCCCCC"/>
                </a:solidFill>
                <a:latin typeface="Segoe WPC"/>
              </a:rPr>
              <a:t>Räumliche Standardisierung via </a:t>
            </a:r>
            <a:r>
              <a:rPr lang="de-AT" sz="4000" b="1" dirty="0" err="1">
                <a:solidFill>
                  <a:srgbClr val="CCCCCC"/>
                </a:solidFill>
                <a:latin typeface="Segoe WPC"/>
              </a:rPr>
              <a:t>Resizing</a:t>
            </a:r>
            <a:r>
              <a:rPr lang="de-AT" sz="4000" b="1" dirty="0">
                <a:solidFill>
                  <a:srgbClr val="CCCCCC"/>
                </a:solidFill>
                <a:latin typeface="Segoe WPC"/>
              </a:rPr>
              <a:t>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de-AT" sz="3600" dirty="0" err="1">
                <a:solidFill>
                  <a:srgbClr val="CCCCCC"/>
                </a:solidFill>
                <a:latin typeface="Segoe WPC"/>
              </a:rPr>
              <a:t>Resizing</a:t>
            </a:r>
            <a:r>
              <a:rPr lang="de-AT" sz="3600" dirty="0">
                <a:solidFill>
                  <a:srgbClr val="CCCCCC"/>
                </a:solidFill>
                <a:latin typeface="Segoe WPC"/>
              </a:rPr>
              <a:t>(4, 4)-Schicht: Skaliert die Faltungsmerkmale am Ende fest auf eine 4 * 4 Auflösung.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de-AT" sz="3600" dirty="0">
                <a:solidFill>
                  <a:srgbClr val="CCCCCC"/>
                </a:solidFill>
                <a:latin typeface="Segoe WPC"/>
              </a:rPr>
              <a:t>Die Schicht übernimmt die gleiche Funktion wie das adaptive Pooling in </a:t>
            </a:r>
            <a:r>
              <a:rPr lang="de-AT" sz="3600" dirty="0" err="1">
                <a:solidFill>
                  <a:srgbClr val="CCCCCC"/>
                </a:solidFill>
                <a:latin typeface="Segoe WPC"/>
              </a:rPr>
              <a:t>PyTorch</a:t>
            </a:r>
            <a:r>
              <a:rPr lang="de-AT" sz="3600" dirty="0">
                <a:solidFill>
                  <a:srgbClr val="CCCCCC"/>
                </a:solidFill>
                <a:latin typeface="Segoe WPC"/>
              </a:rPr>
              <a:t>, erzeugt die Zielgröße jedoch durch eine feste Skalierung.</a:t>
            </a:r>
          </a:p>
          <a:p>
            <a:pPr lvl="1" algn="l"/>
            <a:endParaRPr lang="de-AT" sz="3600" dirty="0">
              <a:solidFill>
                <a:srgbClr val="CCCCCC"/>
              </a:solidFill>
              <a:latin typeface="Segoe WPC"/>
            </a:endParaRPr>
          </a:p>
          <a:p>
            <a:pPr lvl="1"/>
            <a:r>
              <a:rPr lang="de-AT" sz="4000" b="1" dirty="0">
                <a:solidFill>
                  <a:srgbClr val="CCCCCC"/>
                </a:solidFill>
                <a:latin typeface="Segoe WPC"/>
                <a:cs typeface="Helvetica" panose="020B0604020202020204" pitchFamily="34" charset="0"/>
              </a:rPr>
              <a:t>Parameterzahl: </a:t>
            </a:r>
            <a:r>
              <a:rPr lang="de-AT" sz="4000" b="1">
                <a:solidFill>
                  <a:srgbClr val="CCCCCC"/>
                </a:solidFill>
                <a:latin typeface="Segoe WPC"/>
                <a:cs typeface="Helvetica" panose="020B0604020202020204" pitchFamily="34" charset="0"/>
              </a:rPr>
              <a:t>360.789 Parameter</a:t>
            </a:r>
            <a:br>
              <a:rPr lang="de-AT" dirty="0"/>
            </a:br>
            <a:endParaRPr lang="de-AT" sz="360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A2F4FC3-0FDE-0ACA-C16F-9379716728D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e-AT" smtClean="0"/>
              <a:t>11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96898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913041-9290-8BCD-C0AD-9EA645A1E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Training &amp; </a:t>
            </a:r>
            <a:r>
              <a:rPr lang="de-AT" dirty="0" err="1"/>
              <a:t>Callbacks</a:t>
            </a:r>
            <a:br>
              <a:rPr lang="de-AT" dirty="0"/>
            </a:b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0EA5717-E2E7-7104-482A-F26D6AB9D1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de-AT" sz="3600" b="1" dirty="0">
                <a:solidFill>
                  <a:srgbClr val="CCCCCC"/>
                </a:solidFill>
                <a:latin typeface="Segoe WPC"/>
              </a:rPr>
              <a:t> Modell-Kompilierung: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AT" sz="3200" dirty="0">
                <a:solidFill>
                  <a:srgbClr val="CCCCCC"/>
                </a:solidFill>
                <a:latin typeface="Segoe WPC"/>
              </a:rPr>
              <a:t>Optimizer: Adam mit einer </a:t>
            </a:r>
            <a:r>
              <a:rPr lang="de-AT" sz="3200" dirty="0" err="1">
                <a:solidFill>
                  <a:srgbClr val="CCCCCC"/>
                </a:solidFill>
                <a:latin typeface="Segoe WPC"/>
              </a:rPr>
              <a:t>Lernrate</a:t>
            </a:r>
            <a:r>
              <a:rPr lang="de-AT" sz="3200" dirty="0">
                <a:solidFill>
                  <a:srgbClr val="CCCCCC"/>
                </a:solidFill>
                <a:latin typeface="Segoe WPC"/>
              </a:rPr>
              <a:t> von 0.001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AT" sz="3200" dirty="0">
                <a:solidFill>
                  <a:srgbClr val="CCCCCC"/>
                </a:solidFill>
                <a:latin typeface="Segoe WPC"/>
              </a:rPr>
              <a:t>Loss-Funktion: </a:t>
            </a:r>
            <a:r>
              <a:rPr lang="de-AT" sz="3200" dirty="0" err="1">
                <a:solidFill>
                  <a:srgbClr val="CCCCCC"/>
                </a:solidFill>
                <a:latin typeface="Segoe WPC"/>
              </a:rPr>
              <a:t>SparseCategoricalCrossentropy</a:t>
            </a:r>
            <a:r>
              <a:rPr lang="de-AT" sz="3200" dirty="0">
                <a:solidFill>
                  <a:srgbClr val="CCCCCC"/>
                </a:solidFill>
                <a:latin typeface="Segoe WPC"/>
              </a:rPr>
              <a:t>(</a:t>
            </a:r>
            <a:r>
              <a:rPr lang="de-AT" sz="3200" dirty="0" err="1">
                <a:solidFill>
                  <a:srgbClr val="CCCCCC"/>
                </a:solidFill>
                <a:latin typeface="Segoe WPC"/>
              </a:rPr>
              <a:t>from_logits</a:t>
            </a:r>
            <a:r>
              <a:rPr lang="de-AT" sz="3200" dirty="0">
                <a:solidFill>
                  <a:srgbClr val="CCCCCC"/>
                </a:solidFill>
                <a:latin typeface="Segoe WPC"/>
              </a:rPr>
              <a:t>=True).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de-AT" sz="3200" dirty="0">
              <a:solidFill>
                <a:srgbClr val="CCCCCC"/>
              </a:solidFill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de-AT" b="1" i="0" dirty="0">
                <a:solidFill>
                  <a:srgbClr val="CCCCCC"/>
                </a:solidFill>
                <a:effectLst/>
                <a:latin typeface="Segoe WPC"/>
              </a:rPr>
              <a:t> Keras </a:t>
            </a:r>
            <a:r>
              <a:rPr lang="de-AT" b="1" i="0" dirty="0" err="1">
                <a:solidFill>
                  <a:srgbClr val="CCCCCC"/>
                </a:solidFill>
                <a:effectLst/>
                <a:latin typeface="Segoe WPC"/>
              </a:rPr>
              <a:t>Callbacks</a:t>
            </a:r>
            <a:r>
              <a:rPr lang="de-AT" b="1" i="0" dirty="0">
                <a:solidFill>
                  <a:srgbClr val="CCCCCC"/>
                </a:solidFill>
                <a:effectLst/>
                <a:latin typeface="Segoe WPC"/>
              </a:rPr>
              <a:t> für stabiles Training:</a:t>
            </a:r>
            <a:endParaRPr lang="de-AT" b="0" i="0" dirty="0">
              <a:solidFill>
                <a:srgbClr val="CCCCCC"/>
              </a:solidFill>
              <a:effectLst/>
              <a:latin typeface="Segoe WPC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AT" sz="3200" dirty="0" err="1">
                <a:solidFill>
                  <a:srgbClr val="CCCCCC"/>
                </a:solidFill>
                <a:latin typeface="Segoe WPC"/>
              </a:rPr>
              <a:t>EarlyStopping</a:t>
            </a:r>
            <a:r>
              <a:rPr lang="de-AT" sz="3200" dirty="0">
                <a:solidFill>
                  <a:srgbClr val="CCCCCC"/>
                </a:solidFill>
                <a:latin typeface="Segoe WPC"/>
              </a:rPr>
              <a:t>: Bricht das Training nach 10 Epochen Stillstand ab und stellt die historisch besten Gewichte wieder her (</a:t>
            </a:r>
            <a:r>
              <a:rPr lang="de-AT" sz="3200" dirty="0" err="1">
                <a:solidFill>
                  <a:srgbClr val="CCCCCC"/>
                </a:solidFill>
                <a:latin typeface="Segoe WPC"/>
              </a:rPr>
              <a:t>restore_best_weights</a:t>
            </a:r>
            <a:r>
              <a:rPr lang="de-AT" sz="3200" dirty="0">
                <a:solidFill>
                  <a:srgbClr val="CCCCCC"/>
                </a:solidFill>
                <a:latin typeface="Segoe WPC"/>
              </a:rPr>
              <a:t>=True).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de-AT" sz="3200" dirty="0" err="1">
                <a:solidFill>
                  <a:srgbClr val="CCCCCC"/>
                </a:solidFill>
                <a:latin typeface="Segoe WPC"/>
              </a:rPr>
              <a:t>ReduceLROnPlateau</a:t>
            </a:r>
            <a:r>
              <a:rPr lang="de-AT" sz="3200" dirty="0">
                <a:solidFill>
                  <a:srgbClr val="CCCCCC"/>
                </a:solidFill>
                <a:latin typeface="Segoe WPC"/>
              </a:rPr>
              <a:t>: Halbiert die </a:t>
            </a:r>
            <a:r>
              <a:rPr lang="de-AT" sz="3200" dirty="0" err="1">
                <a:solidFill>
                  <a:srgbClr val="CCCCCC"/>
                </a:solidFill>
                <a:latin typeface="Segoe WPC"/>
              </a:rPr>
              <a:t>Lernrate</a:t>
            </a:r>
            <a:r>
              <a:rPr lang="de-AT" sz="3200" dirty="0">
                <a:solidFill>
                  <a:srgbClr val="CCCCCC"/>
                </a:solidFill>
                <a:latin typeface="Segoe WPC"/>
              </a:rPr>
              <a:t> (</a:t>
            </a:r>
            <a:r>
              <a:rPr lang="de-AT" sz="3200" dirty="0" err="1">
                <a:solidFill>
                  <a:srgbClr val="CCCCCC"/>
                </a:solidFill>
                <a:latin typeface="Segoe WPC"/>
              </a:rPr>
              <a:t>factor</a:t>
            </a:r>
            <a:r>
              <a:rPr lang="de-AT" sz="3200" dirty="0">
                <a:solidFill>
                  <a:srgbClr val="CCCCCC"/>
                </a:solidFill>
                <a:latin typeface="Segoe WPC"/>
              </a:rPr>
              <a:t>=0.5), wenn sich </a:t>
            </a:r>
            <a:r>
              <a:rPr lang="de-AT" sz="3200" dirty="0" err="1">
                <a:solidFill>
                  <a:srgbClr val="CCCCCC"/>
                </a:solidFill>
                <a:latin typeface="Segoe WPC"/>
              </a:rPr>
              <a:t>val_loss</a:t>
            </a:r>
            <a:r>
              <a:rPr lang="de-AT" sz="3200" dirty="0">
                <a:solidFill>
                  <a:srgbClr val="CCCCCC"/>
                </a:solidFill>
                <a:latin typeface="Segoe WPC"/>
              </a:rPr>
              <a:t> über 4 Epochen nicht verbessert (Untergrenze: 1e-5).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de-AT" sz="3200" dirty="0">
              <a:solidFill>
                <a:srgbClr val="CCCCCC"/>
              </a:solidFill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de-AT" b="1" i="0" dirty="0">
                <a:solidFill>
                  <a:srgbClr val="CCCCCC"/>
                </a:solidFill>
                <a:effectLst/>
                <a:latin typeface="Segoe WPC"/>
              </a:rPr>
              <a:t> Verlauf:</a:t>
            </a:r>
            <a:r>
              <a:rPr lang="de-AT" b="0" i="0" dirty="0">
                <a:solidFill>
                  <a:srgbClr val="CCCCCC"/>
                </a:solidFill>
                <a:effectLst/>
                <a:latin typeface="Segoe WPC"/>
              </a:rPr>
              <a:t> 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de-AT" sz="3200" dirty="0">
                <a:solidFill>
                  <a:srgbClr val="CCCCCC"/>
                </a:solidFill>
                <a:latin typeface="Segoe WPC"/>
                <a:cs typeface="+mn-cs"/>
              </a:rPr>
              <a:t> Stoppt das Training automatisch nach 20 Epochen.</a:t>
            </a:r>
          </a:p>
          <a:p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D32A609-3D3A-E1DA-82E0-9558666B300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e-AT" smtClean="0"/>
              <a:t>12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965246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AE001E3-FC2E-88B1-3F7F-04ABC5F70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6994" y="2460923"/>
            <a:ext cx="9806618" cy="756084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AT" b="1" dirty="0"/>
              <a:t>Erreicht</a:t>
            </a:r>
            <a:endParaRPr lang="de-AT" sz="1800" b="1" dirty="0"/>
          </a:p>
          <a:p>
            <a:pPr>
              <a:lnSpc>
                <a:spcPct val="100000"/>
              </a:lnSpc>
            </a:pPr>
            <a:endParaRPr lang="de-AT" sz="1800" b="1" dirty="0"/>
          </a:p>
          <a:p>
            <a:pPr>
              <a:lnSpc>
                <a:spcPct val="100000"/>
              </a:lnSpc>
            </a:pPr>
            <a:r>
              <a:rPr lang="de-AT" sz="3200" dirty="0">
                <a:solidFill>
                  <a:srgbClr val="CCCCCC"/>
                </a:solidFill>
                <a:latin typeface="Segoe WPC"/>
                <a:cs typeface="+mn-cs"/>
              </a:rPr>
              <a:t>  - </a:t>
            </a:r>
            <a:r>
              <a:rPr lang="de-AT" sz="3200" dirty="0" err="1">
                <a:solidFill>
                  <a:srgbClr val="CCCCCC"/>
                </a:solidFill>
                <a:latin typeface="Segoe WPC"/>
                <a:cs typeface="+mn-cs"/>
              </a:rPr>
              <a:t>TensorFlow</a:t>
            </a:r>
            <a:r>
              <a:rPr lang="de-AT" sz="3200" dirty="0">
                <a:solidFill>
                  <a:srgbClr val="CCCCCC"/>
                </a:solidFill>
                <a:latin typeface="Segoe WPC"/>
                <a:cs typeface="+mn-cs"/>
              </a:rPr>
              <a:t>-Modell mit 97,46% Genauigkeit.</a:t>
            </a:r>
          </a:p>
          <a:p>
            <a:pPr>
              <a:lnSpc>
                <a:spcPct val="100000"/>
              </a:lnSpc>
            </a:pPr>
            <a:endParaRPr lang="de-AT" sz="3200" dirty="0">
              <a:solidFill>
                <a:srgbClr val="CCCCCC"/>
              </a:solidFill>
              <a:latin typeface="Segoe WPC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de-AT" sz="3200" dirty="0">
                <a:solidFill>
                  <a:srgbClr val="CCCCCC"/>
                </a:solidFill>
                <a:latin typeface="Segoe WPC"/>
                <a:cs typeface="+mn-cs"/>
              </a:rPr>
              <a:t>  - Training auf GPU (je nach Plattform und TF-Version) und CPU möglich</a:t>
            </a:r>
          </a:p>
          <a:p>
            <a:pPr>
              <a:lnSpc>
                <a:spcPct val="100000"/>
              </a:lnSpc>
            </a:pPr>
            <a:endParaRPr lang="de-AT" sz="3200" dirty="0">
              <a:solidFill>
                <a:srgbClr val="CCCCCC"/>
              </a:solidFill>
              <a:latin typeface="Segoe WPC"/>
              <a:cs typeface="+mn-cs"/>
            </a:endParaRPr>
          </a:p>
          <a:p>
            <a:pPr marL="444500" indent="-444500">
              <a:lnSpc>
                <a:spcPct val="100000"/>
              </a:lnSpc>
            </a:pPr>
            <a:r>
              <a:rPr lang="de-AT" sz="3200" dirty="0">
                <a:solidFill>
                  <a:srgbClr val="CCCCCC"/>
                </a:solidFill>
                <a:latin typeface="Segoe WPC"/>
                <a:cs typeface="+mn-cs"/>
              </a:rPr>
              <a:t>  - ONNX-Export für die plattformunabhängige Ausführung.</a:t>
            </a:r>
          </a:p>
          <a:p>
            <a:pPr>
              <a:lnSpc>
                <a:spcPct val="100000"/>
              </a:lnSpc>
            </a:pPr>
            <a:endParaRPr lang="de-AT" sz="3200" dirty="0">
              <a:solidFill>
                <a:srgbClr val="CCCCCC"/>
              </a:solidFill>
              <a:latin typeface="Segoe WPC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de-AT" sz="3200" dirty="0">
                <a:solidFill>
                  <a:srgbClr val="CCCCCC"/>
                </a:solidFill>
                <a:latin typeface="Segoe WPC"/>
                <a:cs typeface="+mn-cs"/>
              </a:rPr>
              <a:t>  - Implementation eines Konfidenz-Filter</a:t>
            </a:r>
          </a:p>
          <a:p>
            <a:pPr>
              <a:lnSpc>
                <a:spcPct val="100000"/>
              </a:lnSpc>
            </a:pPr>
            <a:endParaRPr lang="de-AT" sz="3200" dirty="0">
              <a:solidFill>
                <a:srgbClr val="CCCCCC"/>
              </a:solidFill>
              <a:latin typeface="Segoe WPC"/>
              <a:cs typeface="+mn-cs"/>
            </a:endParaRPr>
          </a:p>
          <a:p>
            <a:pPr marL="444500" indent="-444500">
              <a:lnSpc>
                <a:spcPct val="100000"/>
              </a:lnSpc>
            </a:pPr>
            <a:r>
              <a:rPr lang="de-AT" sz="3200" dirty="0">
                <a:solidFill>
                  <a:srgbClr val="CCCCCC"/>
                </a:solidFill>
                <a:latin typeface="Segoe WPC"/>
                <a:cs typeface="+mn-cs"/>
              </a:rPr>
              <a:t>  - Einbindung ins Frontend</a:t>
            </a:r>
          </a:p>
          <a:p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8ED0B7-61BD-F0EA-987D-3AA697F60D8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628114" y="2461048"/>
            <a:ext cx="8496500" cy="756084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b="1" dirty="0"/>
              <a:t>Nicht erreicht / Einschränkungen:</a:t>
            </a:r>
          </a:p>
          <a:p>
            <a:pPr>
              <a:lnSpc>
                <a:spcPct val="100000"/>
              </a:lnSpc>
            </a:pPr>
            <a:endParaRPr lang="de-DE" sz="1800" b="1" dirty="0"/>
          </a:p>
          <a:p>
            <a:pPr>
              <a:lnSpc>
                <a:spcPct val="100000"/>
              </a:lnSpc>
            </a:pPr>
            <a:r>
              <a:rPr lang="de-DE" sz="3200" dirty="0">
                <a:solidFill>
                  <a:srgbClr val="CCCCCC"/>
                </a:solidFill>
                <a:latin typeface="Segoe WPC"/>
                <a:cs typeface="+mn-cs"/>
              </a:rPr>
              <a:t>   - </a:t>
            </a:r>
            <a:r>
              <a:rPr lang="de-AT" sz="3200" dirty="0">
                <a:solidFill>
                  <a:srgbClr val="CCCCCC"/>
                </a:solidFill>
                <a:latin typeface="Segoe WPC"/>
                <a:cs typeface="+mn-cs"/>
              </a:rPr>
              <a:t>Abhängigkeit von </a:t>
            </a:r>
            <a:r>
              <a:rPr lang="de-AT" sz="3200" dirty="0" err="1">
                <a:solidFill>
                  <a:srgbClr val="CCCCCC"/>
                </a:solidFill>
                <a:latin typeface="Segoe WPC"/>
                <a:cs typeface="+mn-cs"/>
              </a:rPr>
              <a:t>PyTorch</a:t>
            </a:r>
            <a:r>
              <a:rPr lang="de-AT" sz="3200" dirty="0">
                <a:solidFill>
                  <a:srgbClr val="CCCCCC"/>
                </a:solidFill>
                <a:latin typeface="Segoe WPC"/>
                <a:cs typeface="+mn-cs"/>
              </a:rPr>
              <a:t> (</a:t>
            </a:r>
            <a:r>
              <a:rPr lang="de-AT" sz="3200" dirty="0" err="1">
                <a:solidFill>
                  <a:srgbClr val="CCCCCC"/>
                </a:solidFill>
                <a:latin typeface="Segoe WPC"/>
                <a:cs typeface="+mn-cs"/>
              </a:rPr>
              <a:t>torchaudio</a:t>
            </a:r>
            <a:r>
              <a:rPr lang="de-AT" sz="3200" dirty="0">
                <a:solidFill>
                  <a:srgbClr val="CCCCCC"/>
                </a:solidFill>
                <a:latin typeface="Segoe WPC"/>
                <a:cs typeface="+mn-cs"/>
              </a:rPr>
              <a:t>) im Backend</a:t>
            </a:r>
          </a:p>
          <a:p>
            <a:pPr marL="444500" indent="-444500">
              <a:lnSpc>
                <a:spcPct val="100000"/>
              </a:lnSpc>
            </a:pPr>
            <a:endParaRPr lang="de-AT" sz="3200" dirty="0">
              <a:solidFill>
                <a:srgbClr val="CCCCCC"/>
              </a:solidFill>
              <a:latin typeface="Segoe WPC"/>
              <a:cs typeface="+mn-cs"/>
            </a:endParaRPr>
          </a:p>
          <a:p>
            <a:pPr marL="444500" indent="-444500">
              <a:lnSpc>
                <a:spcPct val="100000"/>
              </a:lnSpc>
            </a:pPr>
            <a:r>
              <a:rPr lang="de-AT" sz="3200" dirty="0">
                <a:solidFill>
                  <a:srgbClr val="CCCCCC"/>
                </a:solidFill>
                <a:latin typeface="Segoe WPC"/>
                <a:cs typeface="+mn-cs"/>
              </a:rPr>
              <a:t>  - Geringere Genauigkeit als das </a:t>
            </a:r>
            <a:r>
              <a:rPr lang="de-AT" sz="3200" dirty="0" err="1">
                <a:solidFill>
                  <a:srgbClr val="CCCCCC"/>
                </a:solidFill>
                <a:latin typeface="Segoe WPC"/>
                <a:cs typeface="+mn-cs"/>
              </a:rPr>
              <a:t>PyTorch</a:t>
            </a:r>
            <a:r>
              <a:rPr lang="de-AT" sz="3200" dirty="0">
                <a:solidFill>
                  <a:srgbClr val="CCCCCC"/>
                </a:solidFill>
                <a:latin typeface="Segoe WPC"/>
                <a:cs typeface="+mn-cs"/>
              </a:rPr>
              <a:t>-Modell</a:t>
            </a:r>
          </a:p>
          <a:p>
            <a:endParaRPr lang="de-AT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3D7509E-D4A1-BF07-66B4-67B9AA067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Was wurde erreicht / nicht erreicht?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8CAAA7-80C9-1314-65EF-DD818874C05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e-AT" smtClean="0"/>
              <a:t>13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784147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999018E-51FC-8B53-978A-0C2E8655C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Darstellung der </a:t>
            </a:r>
            <a:r>
              <a:rPr lang="de-DE" dirty="0" err="1"/>
              <a:t>Confusion</a:t>
            </a:r>
            <a:r>
              <a:rPr lang="de-DE" dirty="0"/>
              <a:t> Matrix</a:t>
            </a:r>
            <a:endParaRPr lang="de-AT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EA5EFBB7-01C6-9790-BF8F-B683C7D53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CAEACBD-91C1-4A3A-CC6F-74E2B61E421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e-AT" smtClean="0"/>
              <a:pPr/>
              <a:t>14</a:t>
            </a:fld>
            <a:endParaRPr lang="de-AT"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FFBC3FBD-6646-833B-2199-B0AEECF78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125" y="1764508"/>
            <a:ext cx="10179849" cy="895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734031"/>
      </p:ext>
    </p:extLst>
  </p:cSld>
  <p:clrMapOvr>
    <a:masterClrMapping/>
  </p:clrMapOvr>
</p:sld>
</file>

<file path=ppt/theme/theme1.xml><?xml version="1.0" encoding="utf-8"?>
<a:theme xmlns:a="http://schemas.openxmlformats.org/drawingml/2006/main" name="ELEKTRONIK &amp; TECHN. INFORMATI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-Präsentation-VorlageV2" id="{83A356B3-B7A0-8246-9EE1-AD78BE177505}" vid="{77382666-4CCC-DF44-BDEA-09724A98764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4a27a9a-2b9f-4259-9bd4-90fce51a53c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6BE0794E61221469BA9BA025DB975F1" ma:contentTypeVersion="16" ma:contentTypeDescription="Ein neues Dokument erstellen." ma:contentTypeScope="" ma:versionID="55e57fe5b76555c63c6e5e2fda62a218">
  <xsd:schema xmlns:xsd="http://www.w3.org/2001/XMLSchema" xmlns:xs="http://www.w3.org/2001/XMLSchema" xmlns:p="http://schemas.microsoft.com/office/2006/metadata/properties" xmlns:ns3="84a27a9a-2b9f-4259-9bd4-90fce51a53c6" xmlns:ns4="907fb488-83be-4bd7-a103-2c789775bcb9" targetNamespace="http://schemas.microsoft.com/office/2006/metadata/properties" ma:root="true" ma:fieldsID="7e3c913e4dd6df5113beff2f47f1e2c0" ns3:_="" ns4:_="">
    <xsd:import namespace="84a27a9a-2b9f-4259-9bd4-90fce51a53c6"/>
    <xsd:import namespace="907fb488-83be-4bd7-a103-2c789775bcb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a27a9a-2b9f-4259-9bd4-90fce51a53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7fb488-83be-4bd7-a103-2c789775bcb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483213-997B-4FDE-882D-12EF8C097F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EE8C4D-A942-41CF-B101-370E26EB3D20}">
  <ds:schemaRefs>
    <ds:schemaRef ds:uri="http://www.w3.org/XML/1998/namespace"/>
    <ds:schemaRef ds:uri="http://schemas.microsoft.com/office/2006/documentManagement/types"/>
    <ds:schemaRef ds:uri="84a27a9a-2b9f-4259-9bd4-90fce51a53c6"/>
    <ds:schemaRef ds:uri="http://schemas.openxmlformats.org/package/2006/metadata/core-properties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907fb488-83be-4bd7-a103-2c789775bcb9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45CDCA98-DD81-4FB2-8824-B70CFF0C6C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a27a9a-2b9f-4259-9bd4-90fce51a53c6"/>
    <ds:schemaRef ds:uri="907fb488-83be-4bd7-a103-2c789775bc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EL-Präsentation-VorlageV2025(1)</Template>
  <TotalTime>0</TotalTime>
  <Words>1145</Words>
  <Application>Microsoft Office PowerPoint</Application>
  <PresentationFormat>Benutzerdefiniert</PresentationFormat>
  <Paragraphs>149</Paragraphs>
  <Slides>14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2" baseType="lpstr">
      <vt:lpstr>Arial</vt:lpstr>
      <vt:lpstr>Calibri</vt:lpstr>
      <vt:lpstr>Cambria Math</vt:lpstr>
      <vt:lpstr>Helvetica</vt:lpstr>
      <vt:lpstr>Segoe WPC</vt:lpstr>
      <vt:lpstr>Times New Roman</vt:lpstr>
      <vt:lpstr>ui-monospace</vt:lpstr>
      <vt:lpstr>ELEKTRONIK &amp; TECHN. INFORMATIK</vt:lpstr>
      <vt:lpstr>AI-KeywordDetection mit TensorFlow &amp; Keras</vt:lpstr>
      <vt:lpstr>Das Gesamtsystem</vt:lpstr>
      <vt:lpstr>Problem: Schlechte Datenqualität </vt:lpstr>
      <vt:lpstr>Automatische Verarbeitung des Datensatzes</vt:lpstr>
      <vt:lpstr>Rohdatenanalyse &amp; WAV-Spezifikationen </vt:lpstr>
      <vt:lpstr>Datenvorbereitung &amp; Balancing</vt:lpstr>
      <vt:lpstr>TensorFlow Daten-Pipeline Asynchrone Datenverarbeitung mit tf.data</vt:lpstr>
      <vt:lpstr>Preprocessing: Vom Audiosignal zum MFCC-Tensor</vt:lpstr>
      <vt:lpstr>Wieso MFCC statt direkt Mel MelSpectrogram?</vt:lpstr>
      <vt:lpstr>Datenaugmentierung &amp; SpecAugment  </vt:lpstr>
      <vt:lpstr>Keras CNN-Modellarchitektur</vt:lpstr>
      <vt:lpstr>Training &amp; Callbacks </vt:lpstr>
      <vt:lpstr>Was wurde erreicht / nicht erreicht?</vt:lpstr>
      <vt:lpstr>Darstellung der Confusion Matrix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Praja Dominik</dc:creator>
  <cp:lastModifiedBy>Praja Dominik</cp:lastModifiedBy>
  <cp:revision>15</cp:revision>
  <dcterms:created xsi:type="dcterms:W3CDTF">2026-06-08T21:19:03Z</dcterms:created>
  <dcterms:modified xsi:type="dcterms:W3CDTF">2026-06-09T11:53:30Z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2023-11-09T00:00:00Z</vt:filetime>
  </property>
  <property fmtid="{D5CDD505-2E9C-101B-9397-08002B2CF9AE}" pid="3" name="Creator">
    <vt:lpwstr>Adobe InDesign 18.0 (Macintosh)</vt:lpwstr>
  </property>
  <property fmtid="{D5CDD505-2E9C-101B-9397-08002B2CF9AE}" pid="4" name="LastSaved">
    <vt:filetime>2023-11-09T00:00:00Z</vt:filetime>
  </property>
  <property fmtid="{D5CDD505-2E9C-101B-9397-08002B2CF9AE}" pid="5" name="Producer">
    <vt:lpwstr>Adobe PDF Library 17.0</vt:lpwstr>
  </property>
  <property fmtid="{D5CDD505-2E9C-101B-9397-08002B2CF9AE}" pid="6" name="ContentTypeId">
    <vt:lpwstr>0x010100C6BE0794E61221469BA9BA025DB975F1</vt:lpwstr>
  </property>
</Properties>
</file>