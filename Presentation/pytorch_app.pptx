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0.svg" ContentType="image/svg+xml"/>
  <Override PartName="/ppt/media/image182.svg" ContentType="image/svg+xml"/>
  <Override PartName="/ppt/media/image184.svg" ContentType="image/svg+xml"/>
  <Override PartName="/ppt/media/image186.svg" ContentType="image/svg+xml"/>
  <Override PartName="/ppt/media/image188.svg" ContentType="image/svg+xml"/>
  <Override PartName="/ppt/media/image19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8.svg" ContentType="image/svg+xml"/>
  <Override PartName="/ppt/media/image200.svg" ContentType="image/svg+xml"/>
  <Override PartName="/ppt/media/image202.svg" ContentType="image/svg+xml"/>
  <Override PartName="/ppt/media/image204.svg" ContentType="image/svg+xml"/>
  <Override PartName="/ppt/media/image206.svg" ContentType="image/svg+xml"/>
  <Override PartName="/ppt/media/image208.svg" ContentType="image/svg+xml"/>
  <Override PartName="/ppt/media/image21.svg" ContentType="image/svg+xml"/>
  <Override PartName="/ppt/media/image210.svg" ContentType="image/svg+xml"/>
  <Override PartName="/ppt/media/image212.svg" ContentType="image/svg+xml"/>
  <Override PartName="/ppt/media/image214.svg" ContentType="image/svg+xml"/>
  <Override PartName="/ppt/media/image216.svg" ContentType="image/svg+xml"/>
  <Override PartName="/ppt/media/image218.svg" ContentType="image/svg+xml"/>
  <Override PartName="/ppt/media/image220.svg" ContentType="image/svg+xml"/>
  <Override PartName="/ppt/media/image222.svg" ContentType="image/svg+xml"/>
  <Override PartName="/ppt/media/image224.svg" ContentType="image/svg+xml"/>
  <Override PartName="/ppt/media/image226.svg" ContentType="image/svg+xml"/>
  <Override PartName="/ppt/media/image228.svg" ContentType="image/svg+xml"/>
  <Override PartName="/ppt/media/image23.svg" ContentType="image/svg+xml"/>
  <Override PartName="/ppt/media/image230.svg" ContentType="image/svg+xml"/>
  <Override PartName="/ppt/media/image232.svg" ContentType="image/svg+xml"/>
  <Override PartName="/ppt/media/image234.svg" ContentType="image/svg+xml"/>
  <Override PartName="/ppt/media/image236.svg" ContentType="image/svg+xml"/>
  <Override PartName="/ppt/media/image238.svg" ContentType="image/svg+xml"/>
  <Override PartName="/ppt/media/image240.svg" ContentType="image/svg+xml"/>
  <Override PartName="/ppt/media/image242.svg" ContentType="image/svg+xml"/>
  <Override PartName="/ppt/media/image244.svg" ContentType="image/svg+xml"/>
  <Override PartName="/ppt/media/image246.svg" ContentType="image/svg+xml"/>
  <Override PartName="/ppt/media/image248.svg" ContentType="image/svg+xml"/>
  <Override PartName="/ppt/media/image250.svg" ContentType="image/svg+xml"/>
  <Override PartName="/ppt/media/image252.svg" ContentType="image/svg+xml"/>
  <Override PartName="/ppt/media/image254.svg" ContentType="image/svg+xml"/>
  <Override PartName="/ppt/media/image256.svg" ContentType="image/svg+xml"/>
  <Override PartName="/ppt/media/image258.svg" ContentType="image/svg+xml"/>
  <Override PartName="/ppt/media/image26.svg" ContentType="image/svg+xml"/>
  <Override PartName="/ppt/media/image260.svg" ContentType="image/svg+xml"/>
  <Override PartName="/ppt/media/image262.svg" ContentType="image/svg+xml"/>
  <Override PartName="/ppt/media/image264.svg" ContentType="image/svg+xml"/>
  <Override PartName="/ppt/media/image266.svg" ContentType="image/svg+xml"/>
  <Override PartName="/ppt/media/image268.svg" ContentType="image/svg+xml"/>
  <Override PartName="/ppt/media/image270.svg" ContentType="image/svg+xml"/>
  <Override PartName="/ppt/media/image272.svg" ContentType="image/svg+xml"/>
  <Override PartName="/ppt/media/image274.svg" ContentType="image/svg+xml"/>
  <Override PartName="/ppt/media/image276.svg" ContentType="image/svg+xml"/>
  <Override PartName="/ppt/media/image278.svg" ContentType="image/svg+xml"/>
  <Override PartName="/ppt/media/image28.svg" ContentType="image/svg+xml"/>
  <Override PartName="/ppt/media/image280.svg" ContentType="image/svg+xml"/>
  <Override PartName="/ppt/media/image282.svg" ContentType="image/svg+xml"/>
  <Override PartName="/ppt/media/image284.svg" ContentType="image/svg+xml"/>
  <Override PartName="/ppt/media/image286.svg" ContentType="image/svg+xml"/>
  <Override PartName="/ppt/media/image288.svg" ContentType="image/svg+xml"/>
  <Override PartName="/ppt/media/image290.svg" ContentType="image/svg+xml"/>
  <Override PartName="/ppt/media/image292.svg" ContentType="image/svg+xml"/>
  <Override PartName="/ppt/media/image294.svg" ContentType="image/svg+xml"/>
  <Override PartName="/ppt/media/image296.svg" ContentType="image/svg+xml"/>
  <Override PartName="/ppt/media/image298.svg" ContentType="image/svg+xml"/>
  <Override PartName="/ppt/media/image30.svg" ContentType="image/svg+xml"/>
  <Override PartName="/ppt/media/image300.svg" ContentType="image/svg+xml"/>
  <Override PartName="/ppt/media/image302.svg" ContentType="image/svg+xml"/>
  <Override PartName="/ppt/media/image304.svg" ContentType="image/svg+xml"/>
  <Override PartName="/ppt/media/image306.svg" ContentType="image/svg+xml"/>
  <Override PartName="/ppt/media/image308.svg" ContentType="image/svg+xml"/>
  <Override PartName="/ppt/media/image310.svg" ContentType="image/svg+xml"/>
  <Override PartName="/ppt/media/image312.svg" ContentType="image/svg+xml"/>
  <Override PartName="/ppt/media/image314.svg" ContentType="image/svg+xml"/>
  <Override PartName="/ppt/media/image316.svg" ContentType="image/svg+xml"/>
  <Override PartName="/ppt/media/image318.svg" ContentType="image/svg+xml"/>
  <Override PartName="/ppt/media/image32.svg" ContentType="image/svg+xml"/>
  <Override PartName="/ppt/media/image320.svg" ContentType="image/svg+xml"/>
  <Override PartName="/ppt/media/image322.svg" ContentType="image/svg+xml"/>
  <Override PartName="/ppt/media/image324.svg" ContentType="image/svg+xml"/>
  <Override PartName="/ppt/media/image326.svg" ContentType="image/svg+xml"/>
  <Override PartName="/ppt/media/image328.svg" ContentType="image/svg+xml"/>
  <Override PartName="/ppt/media/image330.svg" ContentType="image/svg+xml"/>
  <Override PartName="/ppt/media/image332.svg" ContentType="image/svg+xml"/>
  <Override PartName="/ppt/media/image334.svg" ContentType="image/svg+xml"/>
  <Override PartName="/ppt/media/image336.svg" ContentType="image/svg+xml"/>
  <Override PartName="/ppt/media/image338.svg" ContentType="image/svg+xml"/>
  <Override PartName="/ppt/media/image34.svg" ContentType="image/svg+xml"/>
  <Override PartName="/ppt/media/image340.svg" ContentType="image/svg+xml"/>
  <Override PartName="/ppt/media/image342.svg" ContentType="image/svg+xml"/>
  <Override PartName="/ppt/media/image344.svg" ContentType="image/svg+xml"/>
  <Override PartName="/ppt/media/image346.svg" ContentType="image/svg+xml"/>
  <Override PartName="/ppt/media/image348.svg" ContentType="image/svg+xml"/>
  <Override PartName="/ppt/media/image350.svg" ContentType="image/svg+xml"/>
  <Override PartName="/ppt/media/image352.svg" ContentType="image/svg+xml"/>
  <Override PartName="/ppt/media/image354.svg" ContentType="image/svg+xml"/>
  <Override PartName="/ppt/media/image356.svg" ContentType="image/svg+xml"/>
  <Override PartName="/ppt/media/image358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3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20104100" cy="11258550"/>
  <p:notesSz cx="20104100" cy="112585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CB3E"/>
    <a:srgbClr val="FFE32C"/>
    <a:srgbClr val="7BB7E5"/>
    <a:srgbClr val="DE5528"/>
    <a:srgbClr val="102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83473"/>
  </p:normalViewPr>
  <p:slideViewPr>
    <p:cSldViewPr>
      <p:cViewPr varScale="1">
        <p:scale>
          <a:sx n="59" d="100"/>
          <a:sy n="59" d="100"/>
        </p:scale>
        <p:origin x="1112" y="22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618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2CCA1-4475-43BB-8E25-41D5FBD7FEC8}" type="datetimeFigureOut">
              <a:rPr lang="de-AT" smtClean="0"/>
              <a:t>10.12.25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08113"/>
            <a:ext cx="6784975" cy="3798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18138"/>
            <a:ext cx="16084550" cy="44338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D3D4C-C2CF-4F6C-98A3-FF8A645ED3C3}" type="slidenum">
              <a:rPr lang="de-AT" smtClean="0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2400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Relationship Id="rId9" Type="http://schemas.openxmlformats.org/officeDocument/2006/relationships/image" Target="../media/image14.png"/><Relationship Id="rId10" Type="http://schemas.openxmlformats.org/officeDocument/2006/relationships/image" Target="../media/image15.svg"/><Relationship Id="rId11" Type="http://schemas.openxmlformats.org/officeDocument/2006/relationships/image" Target="../media/image16.png"/><Relationship Id="rId12" Type="http://schemas.openxmlformats.org/officeDocument/2006/relationships/image" Target="../media/image17.svg"/><Relationship Id="rId13" Type="http://schemas.openxmlformats.org/officeDocument/2006/relationships/image" Target="../media/image18.png"/><Relationship Id="rId14" Type="http://schemas.openxmlformats.org/officeDocument/2006/relationships/image" Target="../media/image19.svg"/><Relationship Id="rId15" Type="http://schemas.openxmlformats.org/officeDocument/2006/relationships/image" Target="../media/image20.png"/><Relationship Id="rId16" Type="http://schemas.openxmlformats.org/officeDocument/2006/relationships/image" Target="../media/image21.svg"/><Relationship Id="rId17" Type="http://schemas.openxmlformats.org/officeDocument/2006/relationships/image" Target="../media/image22.png"/><Relationship Id="rId18" Type="http://schemas.openxmlformats.org/officeDocument/2006/relationships/image" Target="../media/image23.sv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svg"/><Relationship Id="rId22" Type="http://schemas.openxmlformats.org/officeDocument/2006/relationships/image" Target="../media/image27.png"/><Relationship Id="rId23" Type="http://schemas.openxmlformats.org/officeDocument/2006/relationships/image" Target="../media/image28.svg"/><Relationship Id="rId24" Type="http://schemas.openxmlformats.org/officeDocument/2006/relationships/image" Target="../media/image29.png"/><Relationship Id="rId25" Type="http://schemas.openxmlformats.org/officeDocument/2006/relationships/image" Target="../media/image30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Relationship Id="rId8" Type="http://schemas.openxmlformats.org/officeDocument/2006/relationships/image" Target="../media/image37.png"/><Relationship Id="rId9" Type="http://schemas.openxmlformats.org/officeDocument/2006/relationships/image" Target="../media/image38.svg"/><Relationship Id="rId10" Type="http://schemas.openxmlformats.org/officeDocument/2006/relationships/image" Target="../media/image39.png"/><Relationship Id="rId11" Type="http://schemas.openxmlformats.org/officeDocument/2006/relationships/image" Target="../media/image40.svg"/><Relationship Id="rId12" Type="http://schemas.openxmlformats.org/officeDocument/2006/relationships/image" Target="../media/image41.png"/><Relationship Id="rId13" Type="http://schemas.openxmlformats.org/officeDocument/2006/relationships/image" Target="../media/image42.svg"/><Relationship Id="rId14" Type="http://schemas.openxmlformats.org/officeDocument/2006/relationships/image" Target="../media/image43.png"/><Relationship Id="rId15" Type="http://schemas.openxmlformats.org/officeDocument/2006/relationships/image" Target="../media/image44.svg"/><Relationship Id="rId16" Type="http://schemas.openxmlformats.org/officeDocument/2006/relationships/image" Target="../media/image45.png"/><Relationship Id="rId17" Type="http://schemas.openxmlformats.org/officeDocument/2006/relationships/image" Target="../media/image46.svg"/><Relationship Id="rId18" Type="http://schemas.openxmlformats.org/officeDocument/2006/relationships/image" Target="../media/image47.png"/><Relationship Id="rId19" Type="http://schemas.openxmlformats.org/officeDocument/2006/relationships/image" Target="../media/image48.svg"/><Relationship Id="rId20" Type="http://schemas.openxmlformats.org/officeDocument/2006/relationships/image" Target="../media/image49.png"/><Relationship Id="rId21" Type="http://schemas.openxmlformats.org/officeDocument/2006/relationships/image" Target="../media/image50.svg"/><Relationship Id="rId22" Type="http://schemas.openxmlformats.org/officeDocument/2006/relationships/image" Target="../media/image51.png"/><Relationship Id="rId23" Type="http://schemas.openxmlformats.org/officeDocument/2006/relationships/image" Target="../media/image52.svg"/><Relationship Id="rId24" Type="http://schemas.openxmlformats.org/officeDocument/2006/relationships/image" Target="../media/image53.png"/><Relationship Id="rId25" Type="http://schemas.openxmlformats.org/officeDocument/2006/relationships/image" Target="../media/image54.svg"/><Relationship Id="rId26" Type="http://schemas.openxmlformats.org/officeDocument/2006/relationships/image" Target="../media/image55.png"/><Relationship Id="rId27" Type="http://schemas.openxmlformats.org/officeDocument/2006/relationships/image" Target="../media/image56.svg"/><Relationship Id="rId28" Type="http://schemas.openxmlformats.org/officeDocument/2006/relationships/image" Target="../media/image57.png"/><Relationship Id="rId29" Type="http://schemas.openxmlformats.org/officeDocument/2006/relationships/image" Target="../media/image58.svg"/><Relationship Id="rId30" Type="http://schemas.openxmlformats.org/officeDocument/2006/relationships/image" Target="../media/image59.png"/><Relationship Id="rId31" Type="http://schemas.openxmlformats.org/officeDocument/2006/relationships/image" Target="../media/image60.svg"/><Relationship Id="rId32" Type="http://schemas.openxmlformats.org/officeDocument/2006/relationships/image" Target="../media/image61.png"/><Relationship Id="rId33" Type="http://schemas.openxmlformats.org/officeDocument/2006/relationships/image" Target="../media/image62.svg"/><Relationship Id="rId34" Type="http://schemas.openxmlformats.org/officeDocument/2006/relationships/image" Target="../media/image63.png"/><Relationship Id="rId35" Type="http://schemas.openxmlformats.org/officeDocument/2006/relationships/image" Target="../media/image64.svg"/><Relationship Id="rId36" Type="http://schemas.openxmlformats.org/officeDocument/2006/relationships/image" Target="../media/image65.png"/><Relationship Id="rId37" Type="http://schemas.openxmlformats.org/officeDocument/2006/relationships/image" Target="../media/image66.svg"/><Relationship Id="rId38" Type="http://schemas.openxmlformats.org/officeDocument/2006/relationships/image" Target="../media/image67.png"/><Relationship Id="rId39" Type="http://schemas.openxmlformats.org/officeDocument/2006/relationships/image" Target="../media/image68.svg"/><Relationship Id="rId40" Type="http://schemas.openxmlformats.org/officeDocument/2006/relationships/image" Target="../media/image69.png"/><Relationship Id="rId41" Type="http://schemas.openxmlformats.org/officeDocument/2006/relationships/image" Target="../media/image70.svg"/><Relationship Id="rId42" Type="http://schemas.openxmlformats.org/officeDocument/2006/relationships/image" Target="../media/image71.png"/><Relationship Id="rId43" Type="http://schemas.openxmlformats.org/officeDocument/2006/relationships/image" Target="../media/image72.svg"/><Relationship Id="rId44" Type="http://schemas.openxmlformats.org/officeDocument/2006/relationships/image" Target="../media/image73.png"/><Relationship Id="rId45" Type="http://schemas.openxmlformats.org/officeDocument/2006/relationships/image" Target="../media/image74.svg"/><Relationship Id="rId46" Type="http://schemas.openxmlformats.org/officeDocument/2006/relationships/image" Target="../media/image75.png"/><Relationship Id="rId47" Type="http://schemas.openxmlformats.org/officeDocument/2006/relationships/image" Target="../media/image76.svg"/><Relationship Id="rId48" Type="http://schemas.openxmlformats.org/officeDocument/2006/relationships/image" Target="../media/image77.png"/><Relationship Id="rId49" Type="http://schemas.openxmlformats.org/officeDocument/2006/relationships/image" Target="../media/image78.svg"/><Relationship Id="rId50" Type="http://schemas.openxmlformats.org/officeDocument/2006/relationships/image" Target="../media/image79.png"/><Relationship Id="rId51" Type="http://schemas.openxmlformats.org/officeDocument/2006/relationships/image" Target="../media/image80.svg"/><Relationship Id="rId52" Type="http://schemas.openxmlformats.org/officeDocument/2006/relationships/image" Target="../media/image81.png"/><Relationship Id="rId53" Type="http://schemas.openxmlformats.org/officeDocument/2006/relationships/image" Target="../media/image82.svg"/><Relationship Id="rId54" Type="http://schemas.openxmlformats.org/officeDocument/2006/relationships/image" Target="../media/image83.png"/><Relationship Id="rId55" Type="http://schemas.openxmlformats.org/officeDocument/2006/relationships/image" Target="../media/image84.svg"/><Relationship Id="rId56" Type="http://schemas.openxmlformats.org/officeDocument/2006/relationships/image" Target="../media/image85.png"/><Relationship Id="rId57" Type="http://schemas.openxmlformats.org/officeDocument/2006/relationships/image" Target="../media/image86.svg"/><Relationship Id="rId58" Type="http://schemas.openxmlformats.org/officeDocument/2006/relationships/image" Target="../media/image87.png"/><Relationship Id="rId59" Type="http://schemas.openxmlformats.org/officeDocument/2006/relationships/image" Target="../media/image88.svg"/><Relationship Id="rId60" Type="http://schemas.openxmlformats.org/officeDocument/2006/relationships/image" Target="../media/image89.png"/><Relationship Id="rId61" Type="http://schemas.openxmlformats.org/officeDocument/2006/relationships/image" Target="../media/image90.svg"/><Relationship Id="rId62" Type="http://schemas.openxmlformats.org/officeDocument/2006/relationships/image" Target="../media/image91.png"/><Relationship Id="rId63" Type="http://schemas.openxmlformats.org/officeDocument/2006/relationships/image" Target="../media/image92.svg"/><Relationship Id="rId64" Type="http://schemas.openxmlformats.org/officeDocument/2006/relationships/image" Target="../media/image93.png"/><Relationship Id="rId65" Type="http://schemas.openxmlformats.org/officeDocument/2006/relationships/image" Target="../media/image94.svg"/><Relationship Id="rId66" Type="http://schemas.openxmlformats.org/officeDocument/2006/relationships/image" Target="../media/image95.png"/><Relationship Id="rId67" Type="http://schemas.openxmlformats.org/officeDocument/2006/relationships/image" Target="../media/image96.svg"/><Relationship Id="rId68" Type="http://schemas.openxmlformats.org/officeDocument/2006/relationships/image" Target="../media/image97.png"/><Relationship Id="rId69" Type="http://schemas.openxmlformats.org/officeDocument/2006/relationships/image" Target="../media/image98.svg"/><Relationship Id="rId70" Type="http://schemas.openxmlformats.org/officeDocument/2006/relationships/image" Target="../media/image99.png"/><Relationship Id="rId71" Type="http://schemas.openxmlformats.org/officeDocument/2006/relationships/image" Target="../media/image100.svg"/><Relationship Id="rId72" Type="http://schemas.openxmlformats.org/officeDocument/2006/relationships/image" Target="../media/image101.png"/><Relationship Id="rId73" Type="http://schemas.openxmlformats.org/officeDocument/2006/relationships/image" Target="../media/image102.svg"/><Relationship Id="rId74" Type="http://schemas.openxmlformats.org/officeDocument/2006/relationships/image" Target="../media/image103.png"/><Relationship Id="rId75" Type="http://schemas.openxmlformats.org/officeDocument/2006/relationships/image" Target="../media/image104.svg"/><Relationship Id="rId76" Type="http://schemas.openxmlformats.org/officeDocument/2006/relationships/image" Target="../media/image105.png"/><Relationship Id="rId77" Type="http://schemas.openxmlformats.org/officeDocument/2006/relationships/image" Target="../media/image106.svg"/><Relationship Id="rId78" Type="http://schemas.openxmlformats.org/officeDocument/2006/relationships/image" Target="../media/image107.png"/><Relationship Id="rId79" Type="http://schemas.openxmlformats.org/officeDocument/2006/relationships/image" Target="../media/image10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9.png"/><Relationship Id="rId3" Type="http://schemas.openxmlformats.org/officeDocument/2006/relationships/image" Target="../media/image110.svg"/><Relationship Id="rId4" Type="http://schemas.openxmlformats.org/officeDocument/2006/relationships/image" Target="../media/image111.png"/><Relationship Id="rId5" Type="http://schemas.openxmlformats.org/officeDocument/2006/relationships/image" Target="../media/image112.svg"/><Relationship Id="rId6" Type="http://schemas.openxmlformats.org/officeDocument/2006/relationships/image" Target="../media/image113.png"/><Relationship Id="rId7" Type="http://schemas.openxmlformats.org/officeDocument/2006/relationships/image" Target="../media/image114.svg"/><Relationship Id="rId8" Type="http://schemas.openxmlformats.org/officeDocument/2006/relationships/image" Target="../media/image115.png"/><Relationship Id="rId9" Type="http://schemas.openxmlformats.org/officeDocument/2006/relationships/image" Target="../media/image116.svg"/><Relationship Id="rId10" Type="http://schemas.openxmlformats.org/officeDocument/2006/relationships/image" Target="../media/image117.png"/><Relationship Id="rId11" Type="http://schemas.openxmlformats.org/officeDocument/2006/relationships/image" Target="../media/image118.svg"/><Relationship Id="rId12" Type="http://schemas.openxmlformats.org/officeDocument/2006/relationships/image" Target="../media/image119.png"/><Relationship Id="rId13" Type="http://schemas.openxmlformats.org/officeDocument/2006/relationships/image" Target="../media/image120.svg"/><Relationship Id="rId14" Type="http://schemas.openxmlformats.org/officeDocument/2006/relationships/image" Target="../media/image121.png"/><Relationship Id="rId15" Type="http://schemas.openxmlformats.org/officeDocument/2006/relationships/image" Target="../media/image122.svg"/><Relationship Id="rId16" Type="http://schemas.openxmlformats.org/officeDocument/2006/relationships/image" Target="../media/image123.png"/><Relationship Id="rId17" Type="http://schemas.openxmlformats.org/officeDocument/2006/relationships/image" Target="../media/image124.svg"/><Relationship Id="rId18" Type="http://schemas.openxmlformats.org/officeDocument/2006/relationships/image" Target="../media/image125.png"/><Relationship Id="rId19" Type="http://schemas.openxmlformats.org/officeDocument/2006/relationships/image" Target="../media/image126.svg"/><Relationship Id="rId20" Type="http://schemas.openxmlformats.org/officeDocument/2006/relationships/image" Target="../media/image127.png"/><Relationship Id="rId21" Type="http://schemas.openxmlformats.org/officeDocument/2006/relationships/image" Target="../media/image128.svg"/><Relationship Id="rId22" Type="http://schemas.openxmlformats.org/officeDocument/2006/relationships/image" Target="../media/image129.png"/><Relationship Id="rId23" Type="http://schemas.openxmlformats.org/officeDocument/2006/relationships/image" Target="../media/image130.svg"/><Relationship Id="rId24" Type="http://schemas.openxmlformats.org/officeDocument/2006/relationships/image" Target="../media/image131.png"/><Relationship Id="rId25" Type="http://schemas.openxmlformats.org/officeDocument/2006/relationships/image" Target="../media/image132.svg"/><Relationship Id="rId26" Type="http://schemas.openxmlformats.org/officeDocument/2006/relationships/image" Target="../media/image133.png"/><Relationship Id="rId27" Type="http://schemas.openxmlformats.org/officeDocument/2006/relationships/image" Target="../media/image134.svg"/><Relationship Id="rId28" Type="http://schemas.openxmlformats.org/officeDocument/2006/relationships/image" Target="../media/image135.png"/><Relationship Id="rId29" Type="http://schemas.openxmlformats.org/officeDocument/2006/relationships/image" Target="../media/image136.svg"/><Relationship Id="rId30" Type="http://schemas.openxmlformats.org/officeDocument/2006/relationships/image" Target="../media/image137.png"/><Relationship Id="rId31" Type="http://schemas.openxmlformats.org/officeDocument/2006/relationships/image" Target="../media/image138.svg"/><Relationship Id="rId32" Type="http://schemas.openxmlformats.org/officeDocument/2006/relationships/image" Target="../media/image139.png"/><Relationship Id="rId33" Type="http://schemas.openxmlformats.org/officeDocument/2006/relationships/image" Target="../media/image140.svg"/><Relationship Id="rId34" Type="http://schemas.openxmlformats.org/officeDocument/2006/relationships/image" Target="../media/image141.png"/><Relationship Id="rId35" Type="http://schemas.openxmlformats.org/officeDocument/2006/relationships/image" Target="../media/image142.svg"/><Relationship Id="rId36" Type="http://schemas.openxmlformats.org/officeDocument/2006/relationships/image" Target="../media/image143.png"/><Relationship Id="rId37" Type="http://schemas.openxmlformats.org/officeDocument/2006/relationships/image" Target="../media/image144.svg"/><Relationship Id="rId38" Type="http://schemas.openxmlformats.org/officeDocument/2006/relationships/image" Target="../media/image145.png"/><Relationship Id="rId39" Type="http://schemas.openxmlformats.org/officeDocument/2006/relationships/image" Target="../media/image146.svg"/><Relationship Id="rId40" Type="http://schemas.openxmlformats.org/officeDocument/2006/relationships/image" Target="../media/image147.png"/><Relationship Id="rId41" Type="http://schemas.openxmlformats.org/officeDocument/2006/relationships/image" Target="../media/image148.svg"/><Relationship Id="rId42" Type="http://schemas.openxmlformats.org/officeDocument/2006/relationships/image" Target="../media/image149.png"/><Relationship Id="rId43" Type="http://schemas.openxmlformats.org/officeDocument/2006/relationships/image" Target="../media/image150.svg"/><Relationship Id="rId44" Type="http://schemas.openxmlformats.org/officeDocument/2006/relationships/image" Target="../media/image151.png"/><Relationship Id="rId45" Type="http://schemas.openxmlformats.org/officeDocument/2006/relationships/image" Target="../media/image152.svg"/><Relationship Id="rId46" Type="http://schemas.openxmlformats.org/officeDocument/2006/relationships/image" Target="../media/image153.png"/><Relationship Id="rId47" Type="http://schemas.openxmlformats.org/officeDocument/2006/relationships/image" Target="../media/image154.svg"/><Relationship Id="rId48" Type="http://schemas.openxmlformats.org/officeDocument/2006/relationships/image" Target="../media/image155.png"/><Relationship Id="rId49" Type="http://schemas.openxmlformats.org/officeDocument/2006/relationships/image" Target="../media/image156.svg"/><Relationship Id="rId50" Type="http://schemas.openxmlformats.org/officeDocument/2006/relationships/image" Target="../media/image157.png"/><Relationship Id="rId51" Type="http://schemas.openxmlformats.org/officeDocument/2006/relationships/image" Target="../media/image158.svg"/><Relationship Id="rId52" Type="http://schemas.openxmlformats.org/officeDocument/2006/relationships/image" Target="../media/image159.png"/><Relationship Id="rId53" Type="http://schemas.openxmlformats.org/officeDocument/2006/relationships/image" Target="../media/image160.svg"/><Relationship Id="rId54" Type="http://schemas.openxmlformats.org/officeDocument/2006/relationships/image" Target="../media/image161.png"/><Relationship Id="rId55" Type="http://schemas.openxmlformats.org/officeDocument/2006/relationships/image" Target="../media/image162.svg"/><Relationship Id="rId56" Type="http://schemas.openxmlformats.org/officeDocument/2006/relationships/image" Target="../media/image163.png"/><Relationship Id="rId57" Type="http://schemas.openxmlformats.org/officeDocument/2006/relationships/image" Target="../media/image164.svg"/><Relationship Id="rId58" Type="http://schemas.openxmlformats.org/officeDocument/2006/relationships/image" Target="../media/image165.png"/><Relationship Id="rId59" Type="http://schemas.openxmlformats.org/officeDocument/2006/relationships/image" Target="../media/image166.svg"/><Relationship Id="rId60" Type="http://schemas.openxmlformats.org/officeDocument/2006/relationships/image" Target="../media/image167.png"/><Relationship Id="rId61" Type="http://schemas.openxmlformats.org/officeDocument/2006/relationships/image" Target="../media/image168.svg"/><Relationship Id="rId62" Type="http://schemas.openxmlformats.org/officeDocument/2006/relationships/image" Target="../media/image57.png"/><Relationship Id="rId63" Type="http://schemas.openxmlformats.org/officeDocument/2006/relationships/image" Target="../media/image5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9.png"/><Relationship Id="rId3" Type="http://schemas.openxmlformats.org/officeDocument/2006/relationships/image" Target="../media/image170.svg"/><Relationship Id="rId4" Type="http://schemas.openxmlformats.org/officeDocument/2006/relationships/image" Target="../media/image171.png"/><Relationship Id="rId5" Type="http://schemas.openxmlformats.org/officeDocument/2006/relationships/image" Target="../media/image172.svg"/><Relationship Id="rId6" Type="http://schemas.openxmlformats.org/officeDocument/2006/relationships/image" Target="../media/image173.png"/><Relationship Id="rId7" Type="http://schemas.openxmlformats.org/officeDocument/2006/relationships/image" Target="../media/image174.svg"/><Relationship Id="rId8" Type="http://schemas.openxmlformats.org/officeDocument/2006/relationships/image" Target="../media/image175.png"/><Relationship Id="rId9" Type="http://schemas.openxmlformats.org/officeDocument/2006/relationships/image" Target="../media/image176.svg"/><Relationship Id="rId10" Type="http://schemas.openxmlformats.org/officeDocument/2006/relationships/image" Target="../media/image177.png"/><Relationship Id="rId11" Type="http://schemas.openxmlformats.org/officeDocument/2006/relationships/image" Target="../media/image178.svg"/><Relationship Id="rId12" Type="http://schemas.openxmlformats.org/officeDocument/2006/relationships/image" Target="../media/image179.png"/><Relationship Id="rId13" Type="http://schemas.openxmlformats.org/officeDocument/2006/relationships/image" Target="../media/image180.svg"/><Relationship Id="rId14" Type="http://schemas.openxmlformats.org/officeDocument/2006/relationships/image" Target="../media/image181.png"/><Relationship Id="rId15" Type="http://schemas.openxmlformats.org/officeDocument/2006/relationships/image" Target="../media/image182.svg"/><Relationship Id="rId16" Type="http://schemas.openxmlformats.org/officeDocument/2006/relationships/image" Target="../media/image183.png"/><Relationship Id="rId17" Type="http://schemas.openxmlformats.org/officeDocument/2006/relationships/image" Target="../media/image184.svg"/><Relationship Id="rId18" Type="http://schemas.openxmlformats.org/officeDocument/2006/relationships/image" Target="../media/image185.png"/><Relationship Id="rId19" Type="http://schemas.openxmlformats.org/officeDocument/2006/relationships/image" Target="../media/image186.svg"/><Relationship Id="rId20" Type="http://schemas.openxmlformats.org/officeDocument/2006/relationships/image" Target="../media/image187.png"/><Relationship Id="rId21" Type="http://schemas.openxmlformats.org/officeDocument/2006/relationships/image" Target="../media/image188.svg"/><Relationship Id="rId22" Type="http://schemas.openxmlformats.org/officeDocument/2006/relationships/image" Target="../media/image189.png"/><Relationship Id="rId23" Type="http://schemas.openxmlformats.org/officeDocument/2006/relationships/image" Target="../media/image190.svg"/><Relationship Id="rId24" Type="http://schemas.openxmlformats.org/officeDocument/2006/relationships/image" Target="../media/image191.png"/><Relationship Id="rId25" Type="http://schemas.openxmlformats.org/officeDocument/2006/relationships/image" Target="../media/image192.svg"/><Relationship Id="rId26" Type="http://schemas.openxmlformats.org/officeDocument/2006/relationships/image" Target="../media/image193.png"/><Relationship Id="rId27" Type="http://schemas.openxmlformats.org/officeDocument/2006/relationships/image" Target="../media/image194.svg"/><Relationship Id="rId28" Type="http://schemas.openxmlformats.org/officeDocument/2006/relationships/image" Target="../media/image195.png"/><Relationship Id="rId29" Type="http://schemas.openxmlformats.org/officeDocument/2006/relationships/image" Target="../media/image196.svg"/><Relationship Id="rId30" Type="http://schemas.openxmlformats.org/officeDocument/2006/relationships/image" Target="../media/image197.png"/><Relationship Id="rId31" Type="http://schemas.openxmlformats.org/officeDocument/2006/relationships/image" Target="../media/image198.svg"/><Relationship Id="rId32" Type="http://schemas.openxmlformats.org/officeDocument/2006/relationships/image" Target="../media/image199.png"/><Relationship Id="rId33" Type="http://schemas.openxmlformats.org/officeDocument/2006/relationships/image" Target="../media/image200.svg"/><Relationship Id="rId34" Type="http://schemas.openxmlformats.org/officeDocument/2006/relationships/image" Target="../media/image201.png"/><Relationship Id="rId35" Type="http://schemas.openxmlformats.org/officeDocument/2006/relationships/image" Target="../media/image202.svg"/><Relationship Id="rId36" Type="http://schemas.openxmlformats.org/officeDocument/2006/relationships/image" Target="../media/image203.png"/><Relationship Id="rId37" Type="http://schemas.openxmlformats.org/officeDocument/2006/relationships/image" Target="../media/image204.svg"/><Relationship Id="rId38" Type="http://schemas.openxmlformats.org/officeDocument/2006/relationships/image" Target="../media/image205.png"/><Relationship Id="rId39" Type="http://schemas.openxmlformats.org/officeDocument/2006/relationships/image" Target="../media/image206.svg"/><Relationship Id="rId40" Type="http://schemas.openxmlformats.org/officeDocument/2006/relationships/image" Target="../media/image207.png"/><Relationship Id="rId41" Type="http://schemas.openxmlformats.org/officeDocument/2006/relationships/image" Target="../media/image208.svg"/><Relationship Id="rId42" Type="http://schemas.openxmlformats.org/officeDocument/2006/relationships/image" Target="../media/image209.png"/><Relationship Id="rId43" Type="http://schemas.openxmlformats.org/officeDocument/2006/relationships/image" Target="../media/image210.svg"/><Relationship Id="rId44" Type="http://schemas.openxmlformats.org/officeDocument/2006/relationships/image" Target="../media/image211.png"/><Relationship Id="rId45" Type="http://schemas.openxmlformats.org/officeDocument/2006/relationships/image" Target="../media/image212.svg"/><Relationship Id="rId46" Type="http://schemas.openxmlformats.org/officeDocument/2006/relationships/image" Target="../media/image213.png"/><Relationship Id="rId47" Type="http://schemas.openxmlformats.org/officeDocument/2006/relationships/image" Target="../media/image214.svg"/><Relationship Id="rId48" Type="http://schemas.openxmlformats.org/officeDocument/2006/relationships/image" Target="../media/image215.png"/><Relationship Id="rId49" Type="http://schemas.openxmlformats.org/officeDocument/2006/relationships/image" Target="../media/image216.svg"/><Relationship Id="rId50" Type="http://schemas.openxmlformats.org/officeDocument/2006/relationships/image" Target="../media/image217.png"/><Relationship Id="rId51" Type="http://schemas.openxmlformats.org/officeDocument/2006/relationships/image" Target="../media/image218.svg"/><Relationship Id="rId52" Type="http://schemas.openxmlformats.org/officeDocument/2006/relationships/image" Target="../media/image219.png"/><Relationship Id="rId53" Type="http://schemas.openxmlformats.org/officeDocument/2006/relationships/image" Target="../media/image220.svg"/><Relationship Id="rId54" Type="http://schemas.openxmlformats.org/officeDocument/2006/relationships/image" Target="../media/image221.png"/><Relationship Id="rId55" Type="http://schemas.openxmlformats.org/officeDocument/2006/relationships/image" Target="../media/image222.svg"/><Relationship Id="rId56" Type="http://schemas.openxmlformats.org/officeDocument/2006/relationships/image" Target="../media/image223.png"/><Relationship Id="rId57" Type="http://schemas.openxmlformats.org/officeDocument/2006/relationships/image" Target="../media/image224.svg"/><Relationship Id="rId58" Type="http://schemas.openxmlformats.org/officeDocument/2006/relationships/image" Target="../media/image225.png"/><Relationship Id="rId59" Type="http://schemas.openxmlformats.org/officeDocument/2006/relationships/image" Target="../media/image226.svg"/><Relationship Id="rId60" Type="http://schemas.openxmlformats.org/officeDocument/2006/relationships/image" Target="../media/image227.png"/><Relationship Id="rId61" Type="http://schemas.openxmlformats.org/officeDocument/2006/relationships/image" Target="../media/image228.svg"/><Relationship Id="rId62" Type="http://schemas.openxmlformats.org/officeDocument/2006/relationships/image" Target="../media/image229.png"/><Relationship Id="rId63" Type="http://schemas.openxmlformats.org/officeDocument/2006/relationships/image" Target="../media/image230.svg"/><Relationship Id="rId64" Type="http://schemas.openxmlformats.org/officeDocument/2006/relationships/image" Target="../media/image231.png"/><Relationship Id="rId65" Type="http://schemas.openxmlformats.org/officeDocument/2006/relationships/image" Target="../media/image232.svg"/><Relationship Id="rId66" Type="http://schemas.openxmlformats.org/officeDocument/2006/relationships/image" Target="../media/image233.png"/><Relationship Id="rId67" Type="http://schemas.openxmlformats.org/officeDocument/2006/relationships/image" Target="../media/image234.svg"/><Relationship Id="rId68" Type="http://schemas.openxmlformats.org/officeDocument/2006/relationships/image" Target="../media/image235.png"/><Relationship Id="rId69" Type="http://schemas.openxmlformats.org/officeDocument/2006/relationships/image" Target="../media/image236.svg"/><Relationship Id="rId70" Type="http://schemas.openxmlformats.org/officeDocument/2006/relationships/image" Target="../media/image237.png"/><Relationship Id="rId71" Type="http://schemas.openxmlformats.org/officeDocument/2006/relationships/image" Target="../media/image238.svg"/><Relationship Id="rId72" Type="http://schemas.openxmlformats.org/officeDocument/2006/relationships/image" Target="../media/image239.png"/><Relationship Id="rId73" Type="http://schemas.openxmlformats.org/officeDocument/2006/relationships/image" Target="../media/image240.svg"/><Relationship Id="rId74" Type="http://schemas.openxmlformats.org/officeDocument/2006/relationships/image" Target="../media/image241.png"/><Relationship Id="rId75" Type="http://schemas.openxmlformats.org/officeDocument/2006/relationships/image" Target="../media/image242.svg"/><Relationship Id="rId76" Type="http://schemas.openxmlformats.org/officeDocument/2006/relationships/image" Target="../media/image243.png"/><Relationship Id="rId77" Type="http://schemas.openxmlformats.org/officeDocument/2006/relationships/image" Target="../media/image244.svg"/><Relationship Id="rId78" Type="http://schemas.openxmlformats.org/officeDocument/2006/relationships/image" Target="../media/image245.png"/><Relationship Id="rId79" Type="http://schemas.openxmlformats.org/officeDocument/2006/relationships/image" Target="../media/image246.svg"/><Relationship Id="rId80" Type="http://schemas.openxmlformats.org/officeDocument/2006/relationships/image" Target="../media/image247.png"/><Relationship Id="rId81" Type="http://schemas.openxmlformats.org/officeDocument/2006/relationships/image" Target="../media/image248.svg"/><Relationship Id="rId82" Type="http://schemas.openxmlformats.org/officeDocument/2006/relationships/image" Target="../media/image249.png"/><Relationship Id="rId83" Type="http://schemas.openxmlformats.org/officeDocument/2006/relationships/image" Target="../media/image250.svg"/><Relationship Id="rId84" Type="http://schemas.openxmlformats.org/officeDocument/2006/relationships/image" Target="../media/image251.png"/><Relationship Id="rId85" Type="http://schemas.openxmlformats.org/officeDocument/2006/relationships/image" Target="../media/image252.svg"/><Relationship Id="rId86" Type="http://schemas.openxmlformats.org/officeDocument/2006/relationships/image" Target="../media/image253.png"/><Relationship Id="rId87" Type="http://schemas.openxmlformats.org/officeDocument/2006/relationships/image" Target="../media/image254.svg"/><Relationship Id="rId88" Type="http://schemas.openxmlformats.org/officeDocument/2006/relationships/image" Target="../media/image255.png"/><Relationship Id="rId89" Type="http://schemas.openxmlformats.org/officeDocument/2006/relationships/image" Target="../media/image256.svg"/><Relationship Id="rId90" Type="http://schemas.openxmlformats.org/officeDocument/2006/relationships/image" Target="../media/image257.png"/><Relationship Id="rId91" Type="http://schemas.openxmlformats.org/officeDocument/2006/relationships/image" Target="../media/image258.svg"/><Relationship Id="rId92" Type="http://schemas.openxmlformats.org/officeDocument/2006/relationships/image" Target="../media/image259.png"/><Relationship Id="rId93" Type="http://schemas.openxmlformats.org/officeDocument/2006/relationships/image" Target="../media/image260.svg"/><Relationship Id="rId94" Type="http://schemas.openxmlformats.org/officeDocument/2006/relationships/image" Target="../media/image261.png"/><Relationship Id="rId95" Type="http://schemas.openxmlformats.org/officeDocument/2006/relationships/image" Target="../media/image262.svg"/><Relationship Id="rId96" Type="http://schemas.openxmlformats.org/officeDocument/2006/relationships/image" Target="../media/image263.png"/><Relationship Id="rId97" Type="http://schemas.openxmlformats.org/officeDocument/2006/relationships/image" Target="../media/image264.svg"/><Relationship Id="rId98" Type="http://schemas.openxmlformats.org/officeDocument/2006/relationships/image" Target="../media/image265.png"/><Relationship Id="rId99" Type="http://schemas.openxmlformats.org/officeDocument/2006/relationships/image" Target="../media/image266.svg"/><Relationship Id="rId100" Type="http://schemas.openxmlformats.org/officeDocument/2006/relationships/image" Target="../media/image267.png"/><Relationship Id="rId101" Type="http://schemas.openxmlformats.org/officeDocument/2006/relationships/image" Target="../media/image268.svg"/><Relationship Id="rId102" Type="http://schemas.openxmlformats.org/officeDocument/2006/relationships/image" Target="../media/image269.png"/><Relationship Id="rId103" Type="http://schemas.openxmlformats.org/officeDocument/2006/relationships/image" Target="../media/image270.svg"/><Relationship Id="rId104" Type="http://schemas.openxmlformats.org/officeDocument/2006/relationships/image" Target="../media/image271.png"/><Relationship Id="rId105" Type="http://schemas.openxmlformats.org/officeDocument/2006/relationships/image" Target="../media/image272.svg"/><Relationship Id="rId106" Type="http://schemas.openxmlformats.org/officeDocument/2006/relationships/image" Target="../media/image273.png"/><Relationship Id="rId107" Type="http://schemas.openxmlformats.org/officeDocument/2006/relationships/image" Target="../media/image274.svg"/><Relationship Id="rId108" Type="http://schemas.openxmlformats.org/officeDocument/2006/relationships/image" Target="../media/image275.png"/><Relationship Id="rId109" Type="http://schemas.openxmlformats.org/officeDocument/2006/relationships/image" Target="../media/image276.svg"/><Relationship Id="rId110" Type="http://schemas.openxmlformats.org/officeDocument/2006/relationships/image" Target="../media/image277.png"/><Relationship Id="rId111" Type="http://schemas.openxmlformats.org/officeDocument/2006/relationships/image" Target="../media/image278.svg"/><Relationship Id="rId112" Type="http://schemas.openxmlformats.org/officeDocument/2006/relationships/image" Target="../media/image279.png"/><Relationship Id="rId113" Type="http://schemas.openxmlformats.org/officeDocument/2006/relationships/image" Target="../media/image280.svg"/><Relationship Id="rId114" Type="http://schemas.openxmlformats.org/officeDocument/2006/relationships/image" Target="../media/image281.png"/><Relationship Id="rId115" Type="http://schemas.openxmlformats.org/officeDocument/2006/relationships/image" Target="../media/image282.svg"/><Relationship Id="rId116" Type="http://schemas.openxmlformats.org/officeDocument/2006/relationships/image" Target="../media/image283.png"/><Relationship Id="rId117" Type="http://schemas.openxmlformats.org/officeDocument/2006/relationships/image" Target="../media/image284.svg"/><Relationship Id="rId118" Type="http://schemas.openxmlformats.org/officeDocument/2006/relationships/image" Target="../media/image285.png"/><Relationship Id="rId119" Type="http://schemas.openxmlformats.org/officeDocument/2006/relationships/image" Target="../media/image28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7.png"/><Relationship Id="rId3" Type="http://schemas.openxmlformats.org/officeDocument/2006/relationships/image" Target="../media/image288.svg"/><Relationship Id="rId4" Type="http://schemas.openxmlformats.org/officeDocument/2006/relationships/image" Target="../media/image289.png"/><Relationship Id="rId5" Type="http://schemas.openxmlformats.org/officeDocument/2006/relationships/image" Target="../media/image290.svg"/><Relationship Id="rId6" Type="http://schemas.openxmlformats.org/officeDocument/2006/relationships/image" Target="../media/image291.png"/><Relationship Id="rId7" Type="http://schemas.openxmlformats.org/officeDocument/2006/relationships/image" Target="../media/image292.svg"/><Relationship Id="rId8" Type="http://schemas.openxmlformats.org/officeDocument/2006/relationships/image" Target="../media/image293.png"/><Relationship Id="rId9" Type="http://schemas.openxmlformats.org/officeDocument/2006/relationships/image" Target="../media/image294.svg"/><Relationship Id="rId10" Type="http://schemas.openxmlformats.org/officeDocument/2006/relationships/image" Target="../media/image295.png"/><Relationship Id="rId11" Type="http://schemas.openxmlformats.org/officeDocument/2006/relationships/image" Target="../media/image296.svg"/><Relationship Id="rId12" Type="http://schemas.openxmlformats.org/officeDocument/2006/relationships/image" Target="../media/image297.png"/><Relationship Id="rId13" Type="http://schemas.openxmlformats.org/officeDocument/2006/relationships/image" Target="../media/image298.svg"/><Relationship Id="rId14" Type="http://schemas.openxmlformats.org/officeDocument/2006/relationships/image" Target="../media/image299.png"/><Relationship Id="rId15" Type="http://schemas.openxmlformats.org/officeDocument/2006/relationships/image" Target="../media/image300.svg"/><Relationship Id="rId16" Type="http://schemas.openxmlformats.org/officeDocument/2006/relationships/image" Target="../media/image301.png"/><Relationship Id="rId17" Type="http://schemas.openxmlformats.org/officeDocument/2006/relationships/image" Target="../media/image302.svg"/><Relationship Id="rId18" Type="http://schemas.openxmlformats.org/officeDocument/2006/relationships/image" Target="../media/image303.png"/><Relationship Id="rId19" Type="http://schemas.openxmlformats.org/officeDocument/2006/relationships/image" Target="../media/image304.svg"/><Relationship Id="rId20" Type="http://schemas.openxmlformats.org/officeDocument/2006/relationships/image" Target="../media/image305.png"/><Relationship Id="rId21" Type="http://schemas.openxmlformats.org/officeDocument/2006/relationships/image" Target="../media/image306.svg"/><Relationship Id="rId22" Type="http://schemas.openxmlformats.org/officeDocument/2006/relationships/image" Target="../media/image307.png"/><Relationship Id="rId23" Type="http://schemas.openxmlformats.org/officeDocument/2006/relationships/image" Target="../media/image308.svg"/><Relationship Id="rId24" Type="http://schemas.openxmlformats.org/officeDocument/2006/relationships/image" Target="../media/image309.png"/><Relationship Id="rId25" Type="http://schemas.openxmlformats.org/officeDocument/2006/relationships/image" Target="../media/image310.svg"/><Relationship Id="rId26" Type="http://schemas.openxmlformats.org/officeDocument/2006/relationships/image" Target="../media/image311.png"/><Relationship Id="rId27" Type="http://schemas.openxmlformats.org/officeDocument/2006/relationships/image" Target="../media/image312.svg"/><Relationship Id="rId28" Type="http://schemas.openxmlformats.org/officeDocument/2006/relationships/image" Target="../media/image313.png"/><Relationship Id="rId29" Type="http://schemas.openxmlformats.org/officeDocument/2006/relationships/image" Target="../media/image314.svg"/><Relationship Id="rId30" Type="http://schemas.openxmlformats.org/officeDocument/2006/relationships/image" Target="../media/image315.png"/><Relationship Id="rId31" Type="http://schemas.openxmlformats.org/officeDocument/2006/relationships/image" Target="../media/image316.svg"/><Relationship Id="rId32" Type="http://schemas.openxmlformats.org/officeDocument/2006/relationships/image" Target="../media/image317.png"/><Relationship Id="rId33" Type="http://schemas.openxmlformats.org/officeDocument/2006/relationships/image" Target="../media/image318.svg"/><Relationship Id="rId34" Type="http://schemas.openxmlformats.org/officeDocument/2006/relationships/image" Target="../media/image319.png"/><Relationship Id="rId35" Type="http://schemas.openxmlformats.org/officeDocument/2006/relationships/image" Target="../media/image320.svg"/><Relationship Id="rId36" Type="http://schemas.openxmlformats.org/officeDocument/2006/relationships/image" Target="../media/image321.png"/><Relationship Id="rId37" Type="http://schemas.openxmlformats.org/officeDocument/2006/relationships/image" Target="../media/image322.svg"/><Relationship Id="rId38" Type="http://schemas.openxmlformats.org/officeDocument/2006/relationships/image" Target="../media/image323.png"/><Relationship Id="rId39" Type="http://schemas.openxmlformats.org/officeDocument/2006/relationships/image" Target="../media/image324.svg"/><Relationship Id="rId40" Type="http://schemas.openxmlformats.org/officeDocument/2006/relationships/image" Target="../media/image325.png"/><Relationship Id="rId41" Type="http://schemas.openxmlformats.org/officeDocument/2006/relationships/image" Target="../media/image326.svg"/><Relationship Id="rId42" Type="http://schemas.openxmlformats.org/officeDocument/2006/relationships/image" Target="../media/image327.png"/><Relationship Id="rId43" Type="http://schemas.openxmlformats.org/officeDocument/2006/relationships/image" Target="../media/image328.svg"/><Relationship Id="rId44" Type="http://schemas.openxmlformats.org/officeDocument/2006/relationships/image" Target="../media/image329.png"/><Relationship Id="rId45" Type="http://schemas.openxmlformats.org/officeDocument/2006/relationships/image" Target="../media/image330.svg"/><Relationship Id="rId46" Type="http://schemas.openxmlformats.org/officeDocument/2006/relationships/image" Target="../media/image331.png"/><Relationship Id="rId47" Type="http://schemas.openxmlformats.org/officeDocument/2006/relationships/image" Target="../media/image332.svg"/><Relationship Id="rId48" Type="http://schemas.openxmlformats.org/officeDocument/2006/relationships/image" Target="../media/image333.png"/><Relationship Id="rId49" Type="http://schemas.openxmlformats.org/officeDocument/2006/relationships/image" Target="../media/image334.svg"/><Relationship Id="rId50" Type="http://schemas.openxmlformats.org/officeDocument/2006/relationships/image" Target="../media/image335.png"/><Relationship Id="rId51" Type="http://schemas.openxmlformats.org/officeDocument/2006/relationships/image" Target="../media/image336.svg"/><Relationship Id="rId52" Type="http://schemas.openxmlformats.org/officeDocument/2006/relationships/image" Target="../media/image337.png"/><Relationship Id="rId53" Type="http://schemas.openxmlformats.org/officeDocument/2006/relationships/image" Target="../media/image338.svg"/><Relationship Id="rId54" Type="http://schemas.openxmlformats.org/officeDocument/2006/relationships/image" Target="../media/image339.png"/><Relationship Id="rId55" Type="http://schemas.openxmlformats.org/officeDocument/2006/relationships/image" Target="../media/image340.svg"/><Relationship Id="rId56" Type="http://schemas.openxmlformats.org/officeDocument/2006/relationships/image" Target="../media/image341.png"/><Relationship Id="rId57" Type="http://schemas.openxmlformats.org/officeDocument/2006/relationships/image" Target="../media/image342.svg"/><Relationship Id="rId58" Type="http://schemas.openxmlformats.org/officeDocument/2006/relationships/image" Target="../media/image343.png"/><Relationship Id="rId59" Type="http://schemas.openxmlformats.org/officeDocument/2006/relationships/image" Target="../media/image344.svg"/><Relationship Id="rId60" Type="http://schemas.openxmlformats.org/officeDocument/2006/relationships/image" Target="../media/image345.png"/><Relationship Id="rId61" Type="http://schemas.openxmlformats.org/officeDocument/2006/relationships/image" Target="../media/image346.svg"/><Relationship Id="rId62" Type="http://schemas.openxmlformats.org/officeDocument/2006/relationships/image" Target="../media/image347.png"/><Relationship Id="rId63" Type="http://schemas.openxmlformats.org/officeDocument/2006/relationships/image" Target="../media/image348.svg"/><Relationship Id="rId64" Type="http://schemas.openxmlformats.org/officeDocument/2006/relationships/image" Target="../media/image349.png"/><Relationship Id="rId65" Type="http://schemas.openxmlformats.org/officeDocument/2006/relationships/image" Target="../media/image350.svg"/><Relationship Id="rId66" Type="http://schemas.openxmlformats.org/officeDocument/2006/relationships/image" Target="../media/image351.png"/><Relationship Id="rId67" Type="http://schemas.openxmlformats.org/officeDocument/2006/relationships/image" Target="../media/image352.svg"/><Relationship Id="rId68" Type="http://schemas.openxmlformats.org/officeDocument/2006/relationships/image" Target="../media/image353.png"/><Relationship Id="rId69" Type="http://schemas.openxmlformats.org/officeDocument/2006/relationships/image" Target="../media/image354.svg"/><Relationship Id="rId70" Type="http://schemas.openxmlformats.org/officeDocument/2006/relationships/image" Target="../media/image355.png"/><Relationship Id="rId71" Type="http://schemas.openxmlformats.org/officeDocument/2006/relationships/image" Target="../media/image356.svg"/><Relationship Id="rId72" Type="http://schemas.openxmlformats.org/officeDocument/2006/relationships/image" Target="../media/image357.png"/><Relationship Id="rId73" Type="http://schemas.openxmlformats.org/officeDocument/2006/relationships/image" Target="../media/image35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651" y="3571875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0FF1A4-E5E8-E342-E9AA-1F2E73A3F3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0925" y="8351775"/>
            <a:ext cx="17400038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Optionaler Zusatztext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4" name="Textplatzhalter 3">
            <a:extLst>
              <a:ext uri="{FF2B5EF4-FFF2-40B4-BE49-F238E27FC236}">
                <a16:creationId xmlns:a16="http://schemas.microsoft.com/office/drawing/2014/main" id="{D9089E71-C91B-439A-7E0D-91F767E15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651" y="5172075"/>
            <a:ext cx="17297399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Unterüberschrift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18538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6" y="4837187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NEUER ABSCHNITT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3270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7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lang="de-AT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AT" smtClean="0"/>
              <a:pPr/>
              <a:t>‹Nr.›</a:t>
            </a:fld>
            <a:endParaRPr lang="de-AT"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2EF2888-4A07-6822-BC58-48DE52390A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887" y="2460625"/>
            <a:ext cx="18119725" cy="75612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28395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110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54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lang="de-AT" sz="3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353612" y="2461048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5A4E626C-BF99-D1AE-62AC-17343085F7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011DEACC-F6F4-21EE-1331-99FFB0B984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1D0ACAC1-6EB0-E7AD-2919-FF7A7102050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F818B0CB-0C5B-0006-441C-6577F0AB69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857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latinLnBrk="1"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latinLnBrk="1">
              <a:defRPr sz="2800">
                <a:solidFill>
                  <a:schemeClr val="bg1"/>
                </a:solidFill>
              </a:defRPr>
            </a:lvl2pPr>
            <a:lvl3pPr latinLnBrk="1">
              <a:defRPr sz="2400">
                <a:solidFill>
                  <a:schemeClr val="bg1"/>
                </a:solidFill>
              </a:defRPr>
            </a:lvl3pPr>
            <a:lvl4pPr latinLnBrk="1"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43660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endParaRPr lang="de-AT" dirty="0"/>
          </a:p>
          <a:p>
            <a:endParaRPr dirty="0"/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4648E570-02A9-8D1A-9A99-C60139E9D72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22267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17" name="Holder 2">
            <a:extLst>
              <a:ext uri="{FF2B5EF4-FFF2-40B4-BE49-F238E27FC236}">
                <a16:creationId xmlns:a16="http://schemas.microsoft.com/office/drawing/2014/main" id="{4D754149-893F-CAB9-A3E1-DC7D169E40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558E528A-5EF9-0AAB-C345-0B6BB9D44A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9" name="Holder 4">
            <a:extLst>
              <a:ext uri="{FF2B5EF4-FFF2-40B4-BE49-F238E27FC236}">
                <a16:creationId xmlns:a16="http://schemas.microsoft.com/office/drawing/2014/main" id="{A7C16352-0FD5-B157-DF83-E05420BE531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Holder 5">
            <a:extLst>
              <a:ext uri="{FF2B5EF4-FFF2-40B4-BE49-F238E27FC236}">
                <a16:creationId xmlns:a16="http://schemas.microsoft.com/office/drawing/2014/main" id="{224E43AC-533A-4DCA-92E4-C9EF34B711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95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  <p15:guide id="6" pos="4200">
          <p15:clr>
            <a:srgbClr val="FBAE40"/>
          </p15:clr>
        </p15:guide>
        <p15:guide id="7" pos="8464">
          <p15:clr>
            <a:srgbClr val="FBAE40"/>
          </p15:clr>
        </p15:guide>
        <p15:guide id="8" pos="4563">
          <p15:clr>
            <a:srgbClr val="FBAE40"/>
          </p15:clr>
        </p15:guide>
        <p15:guide id="9" pos="81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Content + Multimed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75838" y="2460625"/>
            <a:ext cx="8745283" cy="7559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2000">
                <a:solidFill>
                  <a:schemeClr val="bg1"/>
                </a:solidFill>
                <a:latin typeface="Helvetica" pitchFamily="2" charset="0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7ADF31C3-4247-255E-4FFE-E58A91AA2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6C09CE1C-E5B2-EB7B-852A-0D5A9F2B0F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A9DAC673-B748-8FFD-B922-3513C00E61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8A989426-AEA5-BBC3-B901-36B083410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1246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6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937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D8A3C0C5-ED4F-557D-11EF-74B4301194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16D0F147-E9CE-56AA-024D-C2F3D44AD3B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67091565-3B12-2503-3A93-ED18C1588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39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but NO 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5" y="4837187"/>
            <a:ext cx="17949407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FINALE WORTE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Holder 3">
            <a:extLst>
              <a:ext uri="{FF2B5EF4-FFF2-40B4-BE49-F238E27FC236}">
                <a16:creationId xmlns:a16="http://schemas.microsoft.com/office/drawing/2014/main" id="{136DB7B2-2AEB-1B5D-4AD8-00980763D9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5034" y="6637387"/>
            <a:ext cx="17749578" cy="3337024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25000"/>
              </a:lnSpc>
              <a:buFontTx/>
              <a:buNone/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Eventuell weitere Hinweise wie </a:t>
            </a:r>
          </a:p>
          <a:p>
            <a:pPr lvl="1"/>
            <a:r>
              <a:rPr lang="de-AT" dirty="0"/>
              <a:t>Handlungsaufforderungen</a:t>
            </a:r>
          </a:p>
          <a:p>
            <a:pPr lvl="1"/>
            <a:r>
              <a:rPr lang="de-AT" dirty="0"/>
              <a:t>Downloadbare Ressourcen oder Literatur</a:t>
            </a:r>
          </a:p>
          <a:p>
            <a:pPr lvl="1"/>
            <a:r>
              <a:rPr lang="de-AT" dirty="0"/>
              <a:t>QR-Code, Ausblick oder finaler Humor…</a:t>
            </a:r>
          </a:p>
        </p:txBody>
      </p:sp>
    </p:spTree>
    <p:extLst>
      <p:ext uri="{BB962C8B-B14F-4D97-AF65-F5344CB8AC3E}">
        <p14:creationId xmlns:p14="http://schemas.microsoft.com/office/powerpoint/2010/main" val="286048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13" userDrawn="1">
          <p15:clr>
            <a:srgbClr val="FBAE40"/>
          </p15:clr>
        </p15:guide>
        <p15:guide id="2" pos="707" userDrawn="1">
          <p15:clr>
            <a:srgbClr val="FBAE40"/>
          </p15:clr>
        </p15:guide>
        <p15:guide id="3" pos="120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 Schriftart, BULME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Schriftarten, Farben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2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 Schriftart: 	Helvetica </a:t>
            </a:r>
            <a:b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-Blau:		HEX	#102D41</a:t>
            </a:r>
          </a:p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 │45│65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WING:			HEX	#FFE32C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255 │227│44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Elektrotechnik:</a:t>
            </a:r>
            <a:r>
              <a:rPr lang="de-AT" dirty="0">
                <a:solidFill>
                  <a:srgbClr val="DE552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	#DE5528</a:t>
            </a:r>
          </a:p>
          <a:p>
            <a:pPr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4298950" algn="l"/>
              </a:tabLst>
            </a:pPr>
            <a:r>
              <a:rPr lang="de-AT" dirty="0">
                <a:solidFill>
                  <a:srgbClr val="DE5528"/>
                </a:solidFill>
                <a:cs typeface="Times New Roman" panose="02020603050405020304" pitchFamily="18" charset="0"/>
              </a:rPr>
              <a:t>					             RGB 222 │85│40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Elektronik:			HEX	#A2CB3E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162 │203│62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Maschinenbau:		HEX	#7BB7E5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123 │183│229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038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 Logos, Symbo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Logos und Symbole zum kopieren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pic>
        <p:nvPicPr>
          <p:cNvPr id="34" name="Grafik 3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0858975-A949-6BF1-5C52-669B5DCFB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2820963"/>
            <a:ext cx="7772400" cy="21254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60BE52C-BFE1-0333-109C-D645A6EA82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072" y="2526980"/>
            <a:ext cx="720000" cy="72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5CFCF8-9979-89FF-8ABA-46DFF0D741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5205" y="2598980"/>
            <a:ext cx="720000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5BA65C4-A21B-96D8-C8A5-E756029A610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5024" y="2598980"/>
            <a:ext cx="720000" cy="576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B5310F-F26B-ECAB-8E63-0F38230DE45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45205" y="2531579"/>
            <a:ext cx="720000" cy="72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6893947-3029-0FAB-82D6-0F74BEBFBF9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88452" y="2642435"/>
            <a:ext cx="720000" cy="576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D1A942D-3B2A-F3FB-99C6-33125DB6370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31699" y="2598980"/>
            <a:ext cx="720000" cy="72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9ED5752-66FB-08DF-AA8E-F2F154A61B7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65197" y="2642435"/>
            <a:ext cx="720000" cy="72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7BE9122-9205-D294-5601-D714FDF383D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98695" y="2742980"/>
            <a:ext cx="720000" cy="576000"/>
          </a:xfrm>
          <a:prstGeom prst="rect">
            <a:avLst/>
          </a:prstGeom>
        </p:spPr>
      </p:pic>
      <p:pic>
        <p:nvPicPr>
          <p:cNvPr id="25" name="Grafik 24" descr="Ein Bild, das Muster, Rechteck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8C984062-F744-A786-0F84-40D93D09E5A0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5845299"/>
            <a:ext cx="3352800" cy="33401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05F0FFF-3C4B-2D63-47A8-48FA94DB5D1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32050" y="2642435"/>
            <a:ext cx="720000" cy="72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73EAE80F-521C-056E-F07D-70679A7A588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55130" y="6086599"/>
            <a:ext cx="2857500" cy="28575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629625EF-F18F-678D-70BA-15A324AE9318}"/>
              </a:ext>
            </a:extLst>
          </p:cNvPr>
          <p:cNvSpPr txBox="1"/>
          <p:nvPr userDrawn="1"/>
        </p:nvSpPr>
        <p:spPr>
          <a:xfrm>
            <a:off x="1383071" y="9185399"/>
            <a:ext cx="582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BULME EL QR-Code (weiß / schwarz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19410B0-3523-2237-08A8-D6B306FA935C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352847" y="60865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4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Menschen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D38797-2CED-D0B2-76F3-E7672D160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8714" y="3097833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42D7C0A-169A-99AD-0E6E-8BA861772A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8235" y="5871108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CCB0C2-B292-FF58-590E-9445AFC2141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2064" y="3142410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32D90A3-9631-7148-DAF2-AEA501020FD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064" y="3142410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93E0487-5A4A-8153-6093-A3777961660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38796" y="5879492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DF4B646-936B-8447-79EB-5A08682C4E0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82064" y="3142410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394D8BB-99B6-0637-2855-D169C0E6841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09607" y="3182235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3D16725-DB21-2039-93DB-3F8CEB5C113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56112" y="3182235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56B575E-C10B-2B33-F217-E9BF7D1741A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87600" y="3142410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30689F6-E6C5-5FDD-FDD5-4EC30CB8677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406896" y="3077110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29776758-634D-D743-9655-C287DE80622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138796" y="3177435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64D6F53-A497-AF53-F317-71A6996C246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827780" y="5932810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35A15CB2-50AE-FE32-8D69-8ABE0B2C4512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674996" y="3077110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BD4E65D-DFC0-2FD8-596C-8F1675EBF5F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8379328" y="3077110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DA7BB369-55A4-3208-0153-09D3515818AC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943096" y="3077110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AC31D608-D640-8D3E-25F7-DF1726344356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7153160" y="3077110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D2DE2B60-0198-0ADC-B7DD-19761A9516C6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71114" y="4502823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CAFBE0-FBAC-ED73-6F3E-7252808E1BD6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002064" y="4488198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7C0576E3-64D6-14C6-5AA8-1C47405A625D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951114" y="450282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E8CEEA6-C5C7-14DF-D518-E4C2092495A0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450576" y="4488198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0162998-20AE-184E-8156-EC60B2DDAFBC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053014" y="4502823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4E7C86CE-3A8E-0DD0-9169-6BDDCA65BD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22349" y="4430009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97B608BF-080B-EA2F-A264-82393274E3E5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848138" y="4388767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E7F21CB-CE6C-0D0A-4EA7-A3A8B4176DB3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7008430" y="4455360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387223CC-2686-E6C3-14AE-DD5C0C444197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784337" y="3077110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C9D1C9FA-87CA-B868-D58D-61C0E4F64698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777690" y="5871108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39E97EC5-5185-4E66-D477-22D8EAD35AF5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870696" y="3097833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DC7DC153-50AC-06B3-A35E-4E6DDBFB609C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443719" y="5899311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0E4ED5AC-A2A2-8D25-C679-F2136D97F800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951114" y="5932810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476F4A78-1C7F-0670-10CA-08AF820B9EFE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62398" y="5999385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751A64D-8F97-194A-8C5F-9EB6E79EA826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004751" y="5879492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4E409635-59A2-AB48-F94D-D888C46BBDD6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4113114" y="5932810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6B806C2-36EB-BDC0-F196-194C8CCFB144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8300592" y="4456597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0F3B0CA4-F705-4DF8-6489-E30237501AD9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031114" y="5899311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EB5A37B-8FAE-4A68-0A2D-CE79A20BF8FB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888402" y="4474305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44695755-80B0-4089-4B71-1CD5DB73E64C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3427917" y="4474305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FDE81B6F-7A65-B975-261B-40A2B6C4905E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140300" y="4367410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C631958-48C3-16F0-F53F-A190F8D9F2BF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2138796" y="4455360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A7D8FA9A-7591-7923-9FCE-4F2B30C261D0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436035" y="445834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88950A23-CAEC-5C49-BA60-AB111F15D1B3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4689309" y="447430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3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Tech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760FB9-2C73-EC02-9D85-C9AAE92615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70432" y="2396164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FB2BC41-D5A6-E055-B969-DBA9FDE018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6440" y="2396164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1D33D87-6363-0CD2-F06E-25EF5AED62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21376" y="2372939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B18F84F-318D-ADD9-9DA5-59F7D734EE5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4592" y="2438214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CB1DD05-9E55-A4AA-FE3F-0807346D8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1344" y="2372939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5100944-D5DC-4979-1A47-DB8E4278CE5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674644" y="531759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96257F6-3806-F8A0-F95F-E309C9EC3A3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05764" y="5325604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C3BEED0-4930-7BF0-6E95-8040D47DE44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71610" y="3908539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54C1CFA-0542-B8B8-1F1E-F968C63A65B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11378" y="5359239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DCE6BE2-D2B1-F549-E45B-F6A3D3FA29E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06866" y="5390615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1BAF731-B772-5FFA-9E89-81EDC80C3F62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39918" y="5337114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16CC388-DD53-F949-AB5C-3B29F41F869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66388" y="3879664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7F3E894-5FC5-8BD7-25CD-CDD0CB4E846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35306" y="3908539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E87A5DA6-B578-23CC-CE93-EB4ECB46A657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9768" y="5319527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FF2401F8-BFB5-6E95-951F-B9F7888B3583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508030" y="5319527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24D8640F-859B-3387-2173-280429F7845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97158" y="5319527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BE7BC537-F495-3236-1454-1822437789EC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375246" y="532210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DA339883-6A38-4421-CC35-529EBB545DC2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926631" y="5319527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073B6C08-8357-92D5-ED55-C60E5F163EEF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44464" y="2428714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1BFDE45F-F24B-0DE3-E830-0B6C335F818D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640814" y="5337114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D8059820-F441-F1B4-5244-82ED35556314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7442" y="2386664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610872A6-49FA-ED7E-91B3-DF7DBA304A27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710420" y="2372939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488944C7-CA5B-20DA-5811-BE5558A72EA9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2990426" y="2372939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E050FFBD-C253-851D-F26B-8174056E6F6B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366388" y="5319527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71B66BFA-5603-A7F5-E36E-943955DD7314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5350432" y="5325604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EA89255B-CCB2-46FA-2CC2-3FA55F8C924D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583464" y="2405664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377BB85A-A298-9B0E-D1E1-BCD5AE11AAF1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528731" y="3927889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96D67255-FA57-6122-6D64-3BD20301AF06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071946" y="3926614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CF4A6D4C-D05E-FA24-FD64-32C37D0CEBC8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985516" y="3926027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55F56D86-F251-9983-F018-01134C1B0B07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876312" y="2396164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53DFD9E2-5A07-8444-1369-E08516EB18BA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5542782" y="247885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Finance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Finanzen etc.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392C84-C8F1-C71A-D368-6CD4F8BCF5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7334" y="1910926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378DCF-ED63-3937-A030-0D6A6657F0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91193" y="1910926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6B7CE1-890F-1D7C-C139-B06B6B99C0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4125" y="1963707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528064D-AEDD-4673-2FDE-10CE5F3A563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69387" y="1920863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52B31E9-298F-831D-24B2-9BE65A776F8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3486" y="3253875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9B4ED6C-72E8-1169-6158-C427851ACE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48024" y="3253875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BEC772E-BEE5-6AD8-DBA1-78914EA5C4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186950" y="3275441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F227F9A-0D54-1E21-1F8C-7139EBBFFAD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63418" y="1920863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D36DB02-3493-0608-526E-0D61CCD39F7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80312" y="1920863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9249C1F-2D9F-D416-2032-8D65BB003FC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48682" y="1942763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8DF9EAA9-79ED-64B6-2F6A-0F0A06F4B169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5026" y="1920863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9C397B5-6C32-0CCC-09F8-08A3492D4299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74645" y="1920863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03BC0A7-2A8C-0213-B53F-052F1076DC7A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56350" y="1920863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D08825D-1F5C-7FE6-F0D0-9E2CBA93FC4F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74690" y="3275441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5F364A8-FE9C-8F50-ABA8-BE6403F1D9A8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944214" y="3316406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CA1B4A4F-F199-A946-20BF-297B23C908D6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621358" y="3277241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1EEE7556-4EB3-8D3D-90A6-C09C86210B41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365382" y="3253875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A7C9DDFA-B3EE-D330-7E58-78BAC07B22FB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003237" y="3275441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E9B2AEB3-6633-FDB9-B0DD-88E60BE0596C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80814" y="328896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9169B0D-4F3A-6C40-ACA3-CEBEAA75D1F7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70486" y="1920863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C9EFC726-53AA-A808-82A3-C62F77C98C77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056350" y="3264566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6EA52B65-AE3E-8ED7-133E-AD0F3FC3A6D5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040282" y="3275441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67B6EA5C-C0D5-DDB2-F9B4-D47BC83DABC6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265840" y="7286813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9F4E29D-5146-2A29-A038-8467E9729CC1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839738" y="7317275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2D80BE4-A21B-96EE-BBD5-1A5E201DADD0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817867" y="5821287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FBDCB48-61F8-935E-A68C-4FBBE333EFFD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283418" y="8797687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54ED0D32-9526-115F-2FF2-0E518DD0E409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2037793" y="8797687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8B746B5-E753-C3A9-3000-6ED69E081B8E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7581" y="8797687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E440CF0A-07C6-2B67-5A8A-2DAA52BA7120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5690068" y="7194488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CF734041-D34C-0B54-86A1-692983C3849F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4486619" y="7194488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A5653365-B31A-FD17-BD34-80C8297471B9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5646590" y="7317275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EC6BB471-033A-9D0B-6BD1-893657F2E51F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5637340" y="5811263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C99F6A7B-5816-1EA6-162B-00AC1174ACED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8078224" y="8702600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0E0464C-6F0B-F012-3A15-0E511C5C55EC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120729" y="7286863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586EC1E1-4753-B9C4-3DE9-096646E23FC2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2037793" y="5816813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8F9BC8A8-E273-2C4B-12DB-9BC3AE5FC01A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295112" y="5835274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CE3C50A7-D5B2-3012-0F65-6C868730BA0A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2058009" y="8637045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3CFA519-FAAF-74EA-293C-0517D42A51DE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0933500" y="8637045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7A176E88-0824-2D61-F3B3-603F0805FE79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6896326" y="719448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A49050FA-2C72-BEED-13C3-B29EB0652BA0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8195354" y="7193719"/>
            <a:ext cx="1080000" cy="108000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E480E05E-3E8B-68E6-08D3-5B677EBE1826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0569643" y="5810482"/>
            <a:ext cx="1080000" cy="1080000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92C97253-44DC-0BB4-D98D-1A3E46453A94}"/>
              </a:ext>
            </a:extLst>
          </p:cNvPr>
          <p:cNvPicPr>
            <a:picLocks noChangeAspect="1"/>
          </p:cNvPicPr>
          <p:nvPr userDrawn="1"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1844174" y="5749037"/>
            <a:ext cx="1080000" cy="1080000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0CE8DA80-30A0-AAFD-D3CD-48303AE686E3}"/>
              </a:ext>
            </a:extLst>
          </p:cNvPr>
          <p:cNvPicPr>
            <a:picLocks noChangeAspect="1"/>
          </p:cNvPicPr>
          <p:nvPr userDrawn="1"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6881757" y="8765825"/>
            <a:ext cx="1080000" cy="108000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3F588592-3A75-6316-2B70-989297E7D5EF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9344403" y="7286813"/>
            <a:ext cx="1080000" cy="1080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5F4A015E-3A6F-6A6D-8951-84931A765429}"/>
              </a:ext>
            </a:extLst>
          </p:cNvPr>
          <p:cNvPicPr>
            <a:picLocks noChangeAspect="1"/>
          </p:cNvPicPr>
          <p:nvPr userDrawn="1"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357491" y="7262737"/>
            <a:ext cx="1080000" cy="1080000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C52656B8-7C72-E1A8-3929-76CA0AC207D5}"/>
              </a:ext>
            </a:extLst>
          </p:cNvPr>
          <p:cNvPicPr>
            <a:picLocks noChangeAspect="1"/>
          </p:cNvPicPr>
          <p:nvPr userDrawn="1"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237642" y="5821287"/>
            <a:ext cx="1080000" cy="1080000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F097CD53-652A-6B87-0650-FC78BAB2A828}"/>
              </a:ext>
            </a:extLst>
          </p:cNvPr>
          <p:cNvPicPr>
            <a:picLocks noChangeAspect="1"/>
          </p:cNvPicPr>
          <p:nvPr userDrawn="1"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3141227" y="5804012"/>
            <a:ext cx="1080000" cy="1080000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CDD93587-FA77-55A6-68EB-DEFD2442CE6B}"/>
              </a:ext>
            </a:extLst>
          </p:cNvPr>
          <p:cNvPicPr>
            <a:picLocks noChangeAspect="1"/>
          </p:cNvPicPr>
          <p:nvPr userDrawn="1"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6896326" y="5749037"/>
            <a:ext cx="1080000" cy="1080000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B429180D-6EF1-72BA-3FD3-BF042796ECDF}"/>
              </a:ext>
            </a:extLst>
          </p:cNvPr>
          <p:cNvPicPr>
            <a:picLocks noChangeAspect="1"/>
          </p:cNvPicPr>
          <p:nvPr userDrawn="1"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10309205" y="7268906"/>
            <a:ext cx="1080000" cy="1080000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F99FF2F2-9D5A-B5EA-EF7D-EA4DC12CF86F}"/>
              </a:ext>
            </a:extLst>
          </p:cNvPr>
          <p:cNvPicPr>
            <a:picLocks noChangeAspect="1"/>
          </p:cNvPicPr>
          <p:nvPr userDrawn="1"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4437491" y="7286813"/>
            <a:ext cx="1080000" cy="1080000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15C929FE-F395-93EB-3B66-0B8449E0DDD4}"/>
              </a:ext>
            </a:extLst>
          </p:cNvPr>
          <p:cNvPicPr>
            <a:picLocks noChangeAspect="1"/>
          </p:cNvPicPr>
          <p:nvPr userDrawn="1"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15621795" y="5801712"/>
            <a:ext cx="1080000" cy="108000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F3CB4DFC-E113-AC82-ED26-05E71C47101D}"/>
              </a:ext>
            </a:extLst>
          </p:cNvPr>
          <p:cNvPicPr>
            <a:picLocks noChangeAspect="1"/>
          </p:cNvPicPr>
          <p:nvPr userDrawn="1"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4437491" y="5811263"/>
            <a:ext cx="1080000" cy="1080000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B4DEA80E-F7D2-4654-D083-3BA78F3898AE}"/>
              </a:ext>
            </a:extLst>
          </p:cNvPr>
          <p:cNvPicPr>
            <a:picLocks noChangeAspect="1"/>
          </p:cNvPicPr>
          <p:nvPr userDrawn="1"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4486619" y="5782174"/>
            <a:ext cx="1080000" cy="10800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56E0DF99-AD5A-6E28-31E5-FC2B4C650190}"/>
              </a:ext>
            </a:extLst>
          </p:cNvPr>
          <p:cNvPicPr>
            <a:picLocks noChangeAspect="1"/>
          </p:cNvPicPr>
          <p:nvPr userDrawn="1"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646590" y="8839974"/>
            <a:ext cx="1080000" cy="1080000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ACEC1713-CF94-C630-3C70-4343462D2441}"/>
              </a:ext>
            </a:extLst>
          </p:cNvPr>
          <p:cNvPicPr>
            <a:picLocks noChangeAspect="1"/>
          </p:cNvPicPr>
          <p:nvPr userDrawn="1"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9505862" y="8697650"/>
            <a:ext cx="1080000" cy="108000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3D8B58F1-4BA6-95D1-DBD8-A443B93FEB87}"/>
              </a:ext>
            </a:extLst>
          </p:cNvPr>
          <p:cNvPicPr>
            <a:picLocks noChangeAspect="1"/>
          </p:cNvPicPr>
          <p:nvPr userDrawn="1"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927581" y="5821287"/>
            <a:ext cx="1080000" cy="1080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4DD96B29-29C1-BE1B-571A-5A395AA1ECD9}"/>
              </a:ext>
            </a:extLst>
          </p:cNvPr>
          <p:cNvPicPr>
            <a:picLocks noChangeAspect="1"/>
          </p:cNvPicPr>
          <p:nvPr userDrawn="1"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4411423" y="8797687"/>
            <a:ext cx="1080000" cy="1080000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B3B6E9FD-4EC8-ED15-CA06-5061553EFACF}"/>
              </a:ext>
            </a:extLst>
          </p:cNvPr>
          <p:cNvPicPr>
            <a:picLocks noChangeAspect="1"/>
          </p:cNvPicPr>
          <p:nvPr userDrawn="1"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8056333" y="7317275"/>
            <a:ext cx="1080000" cy="108000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81A51E79-E928-4CC8-4A62-3495BC0F9CF6}"/>
              </a:ext>
            </a:extLst>
          </p:cNvPr>
          <p:cNvPicPr>
            <a:picLocks noChangeAspect="1"/>
          </p:cNvPicPr>
          <p:nvPr userDrawn="1"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8017716" y="5811263"/>
            <a:ext cx="1080000" cy="1080000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9A384AEF-34B6-BF2F-B6A1-B49905F0E4C5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27581" y="728681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Pfeile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908A9D-C721-8506-3DEC-DCEDF53E9D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0874" y="2622533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5EAA75E-A0A7-C855-406F-9E8A16D2EF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93199" y="2726283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44A50A1-691A-B51C-73BA-EE582877934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596888" y="2726283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6593021-A8E0-8335-48D0-DEBD5841067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0949" y="2622533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C70944-6387-1270-9CA5-A0773BB2F02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0149" y="2629496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6226185-5942-529A-4892-E04A509426E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10949" y="267355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BDF699-29E7-B7FD-8C0B-F5822EC01B4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41702" y="2568867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04A049-6CFA-4336-4DF6-E12099E8B0A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21599" y="2584302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7F132FF-2319-EDAB-D25E-EEB39820B4A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265299" y="2726283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1699BDC-8BD0-B6FA-A5E0-25F81B87B45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974574" y="2726283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C0B0A39-EA38-29E2-1A5E-52AE83136A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6431093" y="2756508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7D5C1D-BD86-1F0F-8AF1-3158150D8A52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88538" y="4410333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7BCDA58-AC82-9A92-74D7-13ED57204924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136776" y="4410333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950F247E-9582-4CF0-C5C3-72DB74C422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3003193" y="2756508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1D7D0F4A-57DB-5455-C02A-156FDB0D8296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516888" y="4525083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9E21938-E290-14B8-AC91-FA47628159D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917724" y="4571058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6688428-6BE1-3FC0-5D8A-523CEA8E1E59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54699" y="441033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14BF561C-8FD6-1248-4784-48BEF6DDC288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966874" y="4469021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45188F61-CD26-1431-2831-E2E28B98D410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17436" y="4410333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CECEC51-9E8A-D348-B2F7-7E1CEFCF17FA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365674" y="4469021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653FF4A8-0AA5-DB13-8F8F-49AD19D1E6BB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59512" y="6366471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51EAAD84-9D07-66C0-0E46-0B61A2C7C6C4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210999" y="6350196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98D9801B-8C96-D677-59BA-3E99B1CE5A51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168449" y="7826646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90AFCA52-B8BD-1A40-315F-20584B92C533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647098" y="6278209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8A348409-22CE-7A56-FDA6-B9D6C1DFEA56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696374" y="7856946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1EF70462-BAA2-8BDE-B4C3-3991F4AD5D4A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230949" y="7851171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B3BB2537-D1D1-3A00-9303-FC649C020759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863149" y="6412671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270A6B89-E49A-E8FA-ACDF-A9453BAF932F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833224" y="7826646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72676831-861D-2ACF-19BC-8D95B6C97B13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71186" y="6439383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B8F42756-66EF-81D4-C123-5BCEFD97F9A7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62224" y="7851171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B65E1B85-9A53-8B68-99FF-7912E7C8BDD9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2397449" y="6412446"/>
            <a:ext cx="1080000" cy="1080000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F5D92250-9DE3-750A-DC55-837C33B566B7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9947210" y="6231471"/>
            <a:ext cx="1080000" cy="1080000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AB73CC29-E6A4-6993-B6B0-FD4BB5BDBB60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075924" y="7826646"/>
            <a:ext cx="1080000" cy="1080000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8712A4BB-FE21-1DD7-6B0A-2468DAAFF3C5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346986" y="6310409"/>
            <a:ext cx="1080000" cy="1080000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C312F2C1-1B8D-0E62-F9FF-FFFCF18F0A66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394674" y="7826646"/>
            <a:ext cx="1080000" cy="1080000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887D7093-4540-EB4F-EFFE-E2FBDBA9BB3E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2396374" y="785117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Relationship Id="rId23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470452"/>
            <a:ext cx="6433312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FB6FE013-D504-22CE-C6F6-3BAF6D319F64}"/>
              </a:ext>
            </a:extLst>
          </p:cNvPr>
          <p:cNvSpPr/>
          <p:nvPr userDrawn="1"/>
        </p:nvSpPr>
        <p:spPr>
          <a:xfrm>
            <a:off x="13927200" y="732731"/>
            <a:ext cx="6183250" cy="555179"/>
          </a:xfrm>
          <a:custGeom>
            <a:avLst/>
            <a:gdLst/>
            <a:ahLst/>
            <a:cxnLst/>
            <a:rect l="l" t="t" r="r" b="b"/>
            <a:pathLst>
              <a:path w="6217284" h="529590">
                <a:moveTo>
                  <a:pt x="6216742" y="0"/>
                </a:moveTo>
                <a:lnTo>
                  <a:pt x="0" y="0"/>
                </a:lnTo>
                <a:lnTo>
                  <a:pt x="0" y="529282"/>
                </a:lnTo>
                <a:lnTo>
                  <a:pt x="6216742" y="529282"/>
                </a:lnTo>
                <a:lnTo>
                  <a:pt x="6216742" y="0"/>
                </a:lnTo>
                <a:close/>
              </a:path>
            </a:pathLst>
          </a:custGeom>
          <a:solidFill>
            <a:srgbClr val="A2CB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EDCF36A-E1E5-5EE1-FC3F-CCA11CC94BCD}"/>
              </a:ext>
            </a:extLst>
          </p:cNvPr>
          <p:cNvSpPr txBox="1"/>
          <p:nvPr userDrawn="1"/>
        </p:nvSpPr>
        <p:spPr>
          <a:xfrm>
            <a:off x="13927200" y="821289"/>
            <a:ext cx="5220444" cy="41549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de-AT" sz="2100" b="1">
                <a:solidFill>
                  <a:srgbClr val="102D41"/>
                </a:solidFill>
                <a:latin typeface="+mj-lt"/>
                <a:cs typeface="Leelawadee UI"/>
              </a:rPr>
              <a:t>ELEKTRONIK &amp; TECHN. INFORMATIK</a:t>
            </a:r>
            <a:endParaRPr lang="de-AT" sz="2100">
              <a:latin typeface="+mj-lt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5F82143-27DA-A1B9-1A87-1A4A89BC7AD1}"/>
              </a:ext>
            </a:extLst>
          </p:cNvPr>
          <p:cNvCxnSpPr>
            <a:cxnSpLocks/>
          </p:cNvCxnSpPr>
          <p:nvPr userDrawn="1"/>
        </p:nvCxnSpPr>
        <p:spPr>
          <a:xfrm>
            <a:off x="13396199" y="660723"/>
            <a:ext cx="66997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88B8960-CD3E-2A6D-71E7-48B1EAEC8317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75847" y="84659"/>
            <a:ext cx="0" cy="11957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">
            <a:extLst>
              <a:ext uri="{FF2B5EF4-FFF2-40B4-BE49-F238E27FC236}">
                <a16:creationId xmlns:a16="http://schemas.microsoft.com/office/drawing/2014/main" id="{59842796-8DCE-3B49-27A3-17AF2CDF3E19}"/>
              </a:ext>
            </a:extLst>
          </p:cNvPr>
          <p:cNvSpPr txBox="1"/>
          <p:nvPr userDrawn="1"/>
        </p:nvSpPr>
        <p:spPr>
          <a:xfrm>
            <a:off x="17560919" y="228675"/>
            <a:ext cx="219806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39" algn="r">
              <a:lnSpc>
                <a:spcPct val="100000"/>
              </a:lnSpc>
              <a:spcBef>
                <a:spcPts val="111"/>
              </a:spcBef>
            </a:pPr>
            <a:r>
              <a:rPr sz="2100" spc="-11">
                <a:solidFill>
                  <a:schemeClr val="bg1"/>
                </a:solidFill>
                <a:latin typeface="+mj-lt"/>
                <a:cs typeface="Leelawadee UI"/>
              </a:rPr>
              <a:t>www.bulme.at</a:t>
            </a:r>
            <a:endParaRPr sz="2100">
              <a:solidFill>
                <a:schemeClr val="bg1"/>
              </a:solidFill>
              <a:latin typeface="+mj-lt"/>
              <a:cs typeface="Leelawadee UI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8025832-1D3C-130E-7A27-4E6ADCEC9B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940482" y="108147"/>
            <a:ext cx="1717842" cy="469770"/>
            <a:chOff x="375183" y="375193"/>
            <a:chExt cx="3730981" cy="1020294"/>
          </a:xfrm>
        </p:grpSpPr>
        <p:sp>
          <p:nvSpPr>
            <p:cNvPr id="41" name="bg object 17">
              <a:extLst>
                <a:ext uri="{FF2B5EF4-FFF2-40B4-BE49-F238E27FC236}">
                  <a16:creationId xmlns:a16="http://schemas.microsoft.com/office/drawing/2014/main" id="{30A358C3-68EB-2DD7-EA23-AA1D42BF0265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18">
              <a:extLst>
                <a:ext uri="{FF2B5EF4-FFF2-40B4-BE49-F238E27FC236}">
                  <a16:creationId xmlns:a16="http://schemas.microsoft.com/office/drawing/2014/main" id="{3FADF484-D5C3-1AE1-920B-8B05F325DC9B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19">
              <a:extLst>
                <a:ext uri="{FF2B5EF4-FFF2-40B4-BE49-F238E27FC236}">
                  <a16:creationId xmlns:a16="http://schemas.microsoft.com/office/drawing/2014/main" id="{C8B777A6-F5C8-6AED-1191-32ED4328D06A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bg object 20">
              <a:extLst>
                <a:ext uri="{FF2B5EF4-FFF2-40B4-BE49-F238E27FC236}">
                  <a16:creationId xmlns:a16="http://schemas.microsoft.com/office/drawing/2014/main" id="{E4CE7C21-B0F0-A5AB-8C55-F34B2908157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45" name="bg object 21">
              <a:extLst>
                <a:ext uri="{FF2B5EF4-FFF2-40B4-BE49-F238E27FC236}">
                  <a16:creationId xmlns:a16="http://schemas.microsoft.com/office/drawing/2014/main" id="{D3C77984-E08F-38EB-6909-26AF349DBF4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46" name="bg object 22">
              <a:extLst>
                <a:ext uri="{FF2B5EF4-FFF2-40B4-BE49-F238E27FC236}">
                  <a16:creationId xmlns:a16="http://schemas.microsoft.com/office/drawing/2014/main" id="{E6429977-519D-51EA-142F-D73EF30B85A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47" name="bg object 23">
              <a:extLst>
                <a:ext uri="{FF2B5EF4-FFF2-40B4-BE49-F238E27FC236}">
                  <a16:creationId xmlns:a16="http://schemas.microsoft.com/office/drawing/2014/main" id="{B2940E80-47E8-9690-477A-EA951014314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bg object 24">
              <a:extLst>
                <a:ext uri="{FF2B5EF4-FFF2-40B4-BE49-F238E27FC236}">
                  <a16:creationId xmlns:a16="http://schemas.microsoft.com/office/drawing/2014/main" id="{A9003A24-7E7F-C8B4-E503-A18F1DAEBEF6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9" name="bg object 25">
              <a:extLst>
                <a:ext uri="{FF2B5EF4-FFF2-40B4-BE49-F238E27FC236}">
                  <a16:creationId xmlns:a16="http://schemas.microsoft.com/office/drawing/2014/main" id="{6EB07E71-CAD2-F07E-6D22-9B41591D1D3B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50" name="bg object 26">
              <a:extLst>
                <a:ext uri="{FF2B5EF4-FFF2-40B4-BE49-F238E27FC236}">
                  <a16:creationId xmlns:a16="http://schemas.microsoft.com/office/drawing/2014/main" id="{B5CDF13B-9710-E692-1560-5C79A3158E8C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27">
              <a:extLst>
                <a:ext uri="{FF2B5EF4-FFF2-40B4-BE49-F238E27FC236}">
                  <a16:creationId xmlns:a16="http://schemas.microsoft.com/office/drawing/2014/main" id="{F3EB3B7D-B609-1C49-586F-C9279AB1E759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28">
              <a:extLst>
                <a:ext uri="{FF2B5EF4-FFF2-40B4-BE49-F238E27FC236}">
                  <a16:creationId xmlns:a16="http://schemas.microsoft.com/office/drawing/2014/main" id="{1525DD8A-074A-BB48-4B3B-E927D85F7870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bg object 29">
              <a:extLst>
                <a:ext uri="{FF2B5EF4-FFF2-40B4-BE49-F238E27FC236}">
                  <a16:creationId xmlns:a16="http://schemas.microsoft.com/office/drawing/2014/main" id="{E13C8EF9-CFD9-0A76-8416-2DF558944C7B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bg object 30">
              <a:extLst>
                <a:ext uri="{FF2B5EF4-FFF2-40B4-BE49-F238E27FC236}">
                  <a16:creationId xmlns:a16="http://schemas.microsoft.com/office/drawing/2014/main" id="{B502069D-FC2E-ADD8-BA23-6F27B7147F5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g object 31">
              <a:extLst>
                <a:ext uri="{FF2B5EF4-FFF2-40B4-BE49-F238E27FC236}">
                  <a16:creationId xmlns:a16="http://schemas.microsoft.com/office/drawing/2014/main" id="{12753668-0BBF-48EC-717A-2E2475925325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Grafik 57" descr="Ein Bild, das Screenshot, Grafiken, Design enthält.&#10;&#10;Automatisch generierte Beschreibung">
            <a:extLst>
              <a:ext uri="{FF2B5EF4-FFF2-40B4-BE49-F238E27FC236}">
                <a16:creationId xmlns:a16="http://schemas.microsoft.com/office/drawing/2014/main" id="{F8155F6A-2BCA-6E7C-1DB3-4A3CAD2E8321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400" y="774000"/>
            <a:ext cx="481091" cy="4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3" r:id="rId2"/>
    <p:sldLayoutId id="2147483712" r:id="rId3"/>
    <p:sldLayoutId id="2147483694" r:id="rId4"/>
    <p:sldLayoutId id="2147483709" r:id="rId5"/>
    <p:sldLayoutId id="2147483710" r:id="rId6"/>
    <p:sldLayoutId id="2147483695" r:id="rId7"/>
    <p:sldLayoutId id="2147483696" r:id="rId8"/>
    <p:sldLayoutId id="2147483697" r:id="rId9"/>
    <p:sldLayoutId id="2147483714" r:id="rId10"/>
    <p:sldLayoutId id="2147483715" r:id="rId11"/>
    <p:sldLayoutId id="2147483716" r:id="rId12"/>
    <p:sldLayoutId id="2147483718" r:id="rId13"/>
    <p:sldLayoutId id="2147483719" r:id="rId14"/>
    <p:sldLayoutId id="2147483720" r:id="rId15"/>
    <p:sldLayoutId id="2147483721" r:id="rId16"/>
  </p:sldLayoutIdLst>
  <p:hf hdr="0" dt="0"/>
  <p:txStyles>
    <p:titleStyle>
      <a:lvl1pPr eaLnBrk="1" hangingPunct="1">
        <a:defRPr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1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Spoken Keyword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PyTorch Model Development &amp; WebApp Showcase</a:t>
            </a:r>
          </a:p>
          <a:p>
            <a:r>
              <a:t>Mathias Kornschober | School Project Presentation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&amp; Presentation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Project focus: PyTorch Model Training &amp; WebApp showcase.</a:t>
            </a:r>
          </a:p>
          <a:p>
            <a:pPr/>
            <a:r>
              <a:t>Collaborator focus: Sourcing raw dataset and TensorFlow model.</a:t>
            </a:r>
          </a:p>
          <a:p>
            <a:pPr/>
            <a:r>
              <a:t>Development Cycle: Sourcing &amp; Restructuring -&gt; Feature selection -&gt; Model tuning -&gt; Caching Bottlenecks -&gt; Balancing.</a:t>
            </a:r>
          </a:p>
          <a:p>
            <a:pPr/>
            <a:r>
              <a:t>Showcase Focus: Final Model architecture -&gt; Post-inference decision filters -&gt; User-facing WebApp interfaces -&gt; Voice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Dataset Sourcing &amp; Restructuring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Raw Data: Google Speech Commands Dataset v2 (1.4 GB).</a:t>
            </a:r>
          </a:p>
          <a:p>
            <a:pPr/>
            <a:r>
              <a:t>Target words: 'yes', 'no', 'up', 'down', and 'other'.</a:t>
            </a:r>
          </a:p>
          <a:p>
            <a:pPr/>
            <a:r>
              <a:t>Other Class Consolidation: Merged non-keyword folders into dataset/other/ folder.</a:t>
            </a:r>
          </a:p>
          <a:p>
            <a:pPr/>
            <a:r>
              <a:t>Filename renaming: Prepended original folder prefix (e.g. bed_00f0204f.wav) to prevent conflicts.</a:t>
            </a:r>
          </a:p>
          <a:p>
            <a:pPr/>
            <a:r>
              <a:t>Noise Slicing: Sliced background noises (e.g. pink noise) into 1-second segments for negative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Spectral Feature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Log-Mel Spectrogram chosen over raw waveform and MFCC representations.</a:t>
            </a:r>
          </a:p>
          <a:p>
            <a:pPr/>
            <a:r>
              <a:t>Formula: Log-Mel(x) = log(MelSpectrogram(x) + 1e-6).</a:t>
            </a:r>
          </a:p>
          <a:p>
            <a:pPr/>
            <a:r>
              <a:t>Transforms 1D audio stream to 2D image map preserving spatial-temporal features.</a:t>
            </a:r>
          </a:p>
          <a:p>
            <a:pPr/>
            <a:r>
              <a:t>Parameters: 16 kHz sample rate, 400 FFT size (25ms window), 160 hop length (10ms step), 64 mel bins.</a:t>
            </a:r>
          </a:p>
          <a:p>
            <a:pPr/>
            <a:r>
              <a:t>Dimensions: Map (Batch, 1, 16000) -&gt; (Batch, 1, 64, 101) for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Model Optimizations: Iterations 1-5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01_specaugment: Frequency &amp; time masking on spectrograms (Acc: 95.10% - 95.68%).</a:t>
            </a:r>
          </a:p>
          <a:p>
            <a:pPr/>
            <a:r>
              <a:t>02_audio_data_augmentation: Waves time-shifting in RAM (Acc: 95.52% - 96.15%).</a:t>
            </a:r>
          </a:p>
          <a:p>
            <a:pPr/>
            <a:r>
              <a:t>03_lr_scheduler: Plateau scheduler to decay learning rates (Acc: 95.68%).</a:t>
            </a:r>
          </a:p>
          <a:p>
            <a:pPr/>
            <a:r>
              <a:t>04_batch_normalization: BatchNorm2d introduced (initial version diverged) (Acc: 53.95% - 64.44%).</a:t>
            </a:r>
          </a:p>
          <a:p>
            <a:pPr/>
            <a:r>
              <a:t>05_weight_decay: Weight decay L2 regularization added to Adam optimizer (Acc: 94.89% - 95.68%).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Model Optimizations: Runs 6-13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06_increase_filters_and_mfcc: 4-layer CNN (16-&gt;128), 40-coeff MFCC (Acc: 96.79% - 97.68%).</a:t>
            </a:r>
          </a:p>
          <a:p>
            <a:pPr/>
            <a:r>
              <a:t>07_increase_mel_bins: 128 mel bins (introduced high-frequency noise) (Acc: 89.67% - 94.47%).</a:t>
            </a:r>
          </a:p>
          <a:p>
            <a:pPr/>
            <a:r>
              <a:t>08_increase_dropout: Raised dropout rate to 0.3 to reduce co-adaptation (Acc: 95.52%).</a:t>
            </a:r>
          </a:p>
          <a:p>
            <a:pPr/>
            <a:r>
              <a:t>09_model_checkpointing: Saves weights only on validation improvement (Acc: 95.15% - 95.42%).</a:t>
            </a:r>
          </a:p>
          <a:p>
            <a:pPr/>
            <a:r>
              <a:t>10-11_combined_stable: Combined shifts, SpecAugment, CNN, scheduling, checkpointing (Acc: 98.21% - 98.52%).</a:t>
            </a:r>
          </a:p>
          <a:p>
            <a:pPr/>
            <a:r>
              <a:t>12_confusion_matrix &amp; 13_kfold_cv: 5-Fold Cross Validation Mean: 98.37% (std: 0.28%).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Resolving Disk I/O Bottlenecks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Problem: Dynamic file loading during training saturated CPU (70-100%) and kept GPU idle (~30%).</a:t>
            </a:r>
          </a:p>
          <a:p>
            <a:pPr/>
            <a:r>
              <a:t>Solution: RAM Caching strategy inside KeywordDataset constructor.</a:t>
            </a:r>
          </a:p>
          <a:p>
            <a:pPr/>
            <a:r>
              <a:t>Preloaded, mono-averaged, and cropped all wav files to 16k samples directly in RAM during startup.</a:t>
            </a:r>
          </a:p>
          <a:p>
            <a:pPr/>
            <a:r>
              <a:t>Dynamic augmentations (random time shifts) are computed on the cached tensor on the fly.</a:t>
            </a:r>
          </a:p>
          <a:p>
            <a:pPr/>
            <a:r>
              <a:t>Result: Epoch training duration dropped from minutes to under 5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Dataset Splitting &amp; Balancing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Imbalance: Over 56,000 files in 'other' versus only ~2,000 per keyword class.</a:t>
            </a:r>
          </a:p>
          <a:p>
            <a:pPr/>
            <a:r>
              <a:t>Downsampling: Downsampled the 'other' folder randomly to exactly 10,000 files.</a:t>
            </a:r>
          </a:p>
          <a:p>
            <a:pPr/>
            <a:r>
              <a:t>Stratified Split: 3-way split (70% train, 15% val, 15% test) to preserve keyword proportions.</a:t>
            </a:r>
          </a:p>
          <a:p>
            <a:pPr/>
            <a:r>
              <a:t>Oversampling: Keywords in train split oversampled to 8,000 samples each to balance class size.</a:t>
            </a:r>
          </a:p>
          <a:p>
            <a:pPr/>
            <a:r>
              <a:t>Final training pool: 8,000 samples per keyword, 7,000 samples for 'other'.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Final CNN Model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Final Model: 2D Convolutional Neural Network (KeywordCNN).</a:t>
            </a:r>
          </a:p>
          <a:p>
            <a:pPr/>
            <a:r>
              <a:t>Convolutional Block: 4 layers (16 -&gt; 32 -&gt; 64 -&gt; 128) using 3x3 kernels, BatchNorm, ReLU, and 2x2 Max Pooling.</a:t>
            </a:r>
          </a:p>
          <a:p>
            <a:pPr/>
            <a:r>
              <a:t>Classifier Head: Adaptive Avg Pooling (4x4) -&gt; Flatten -&gt; Linear (128 units, dropout 0.3) -&gt; 5 classes output.</a:t>
            </a:r>
          </a:p>
          <a:p>
            <a:pPr/>
            <a:r>
              <a:t>Adaptive Pooling: Guarantees shapes map to a fixed 4x4 representation, ensuring model compatibility with variable audio stream lengths in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ONNX Model Serialization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ONNX Export: Decouples model execution from Python/PyTorch runtime.</a:t>
            </a:r>
          </a:p>
          <a:p>
            <a:pPr/>
            <a:r>
              <a:t>Standalone Deployment: Runs standalone using ONNX Runtime (CPU/GPU acceleration).</a:t>
            </a:r>
          </a:p>
          <a:p>
            <a:pPr/>
            <a:r>
              <a:t>Opset Version: Serialized utilizing ONNX Opset 18.</a:t>
            </a:r>
          </a:p>
          <a:p>
            <a:pPr/>
            <a:r>
              <a:t>Dynamic axes configured to support variable batch sizes and window dimensions during Live capture:</a:t>
            </a:r>
          </a:p>
          <a:p>
            <a:pPr/>
            <a:r>
              <a:t>  - 'mfcc_input': {0: 'batch_size', 3: 'time'}</a:t>
            </a:r>
          </a:p>
          <a:p>
            <a:pPr/>
            <a:r>
              <a:t>  - 'logits': {0: 'batch_size'}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Post-Inference Decision Filters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To solve false triggers in real-time environments (breathing, ambient noise).</a:t>
            </a:r>
          </a:p>
          <a:p>
            <a:pPr/>
            <a:r>
              <a:t>Voice Activity Detection (VAD): Computes RMS energy of input wave; overrides to 'other' if RMS &lt; 0.002.</a:t>
            </a:r>
          </a:p>
          <a:p>
            <a:pPr/>
            <a:r>
              <a:t>Confidence Thresholding: Overrides prediction index to 'other' if the softmax probability is below 0.85.</a:t>
            </a:r>
          </a:p>
          <a:p>
            <a:pPr/>
            <a:r>
              <a:t>Result: Over 50% decrease in false triggers during silent/noisy intervals in WebApp.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WebApp Frontend: Audio Capture &amp; Mic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Normal Mode: Mouse-hold button recording up to 1.0 second.</a:t>
            </a:r>
          </a:p>
          <a:p>
            <a:pPr/>
            <a:r>
              <a:t>Live Mode: Stream capture into 1-second circular float32 buffer (16 kHz) with sliding window inference every 200 ms.</a:t>
            </a:r>
          </a:p>
          <a:p>
            <a:pPr/>
            <a:r>
              <a:t>Mic Hot-Plugging: Dynamically queries devices via enumerateDevices() and listens to navigator.mediaDevices.devicechange.</a:t>
            </a:r>
          </a:p>
          <a:p>
            <a:pPr/>
            <a:r>
              <a:t>Input Transitions: Closes previous audio stream tracks to avoid locking system microphone resources.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WebApp Frontend: Real-Time Visualization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Oscilloscope Waveform Canvas: scrolling time-domain waveform data in real-time.</a:t>
            </a:r>
          </a:p>
          <a:p>
            <a:pPr/>
            <a:r>
              <a:t>Scrolling Spectrogram Canvas: displays frequency-domain data using AnalyserNode, mapping magnitudes to scrolling grayscale intensity.</a:t>
            </a:r>
          </a:p>
          <a:p>
            <a:pPr/>
            <a:r>
              <a:t>Detections Timeline Canvas: appends colored blocks (mint green for YES, coral for NO) representing model predictions in sync with audio scrolls.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Voice Arcade &amp; Web Audio Synthesizer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HTML5 Games: Flappy Bird (UP), Grid Runner (directions), Space Defender (shield/shoot), Simon Memory, Cyber Hi-Lo.</a:t>
            </a:r>
          </a:p>
          <a:p>
            <a:pPr/>
            <a:r>
              <a:t>Latency Multipliers: Sliders to slow down physical game loops (window.gameSpeedMultiplier) to balance voice lags.</a:t>
            </a:r>
          </a:p>
          <a:p>
            <a:pPr/>
            <a:r>
              <a:t>Web Audio Synthesizer: playSound function generates real-time audio sound effects.</a:t>
            </a:r>
          </a:p>
          <a:p>
            <a:pPr/>
            <a:r>
              <a:t>Oscillators: Uses sine, sawtooth, square, and triangle waves to synthesize sweeps (flap, score, hit, shield) without file 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Mathias Kornschober</a:t>
            </a:r>
          </a:p>
          <a:p>
            <a:r>
              <a:t>Project Link: github.com/KOFiblto/KeywordDetection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KTRONIK &amp; TECHN. INFORMATI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-Präsentation-VorlageV2" id="{83A356B3-B7A0-8246-9EE1-AD78BE177505}" vid="{77382666-4CCC-DF44-BDEA-09724A9876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</Words>
  <Application>Microsoft Macintosh PowerPoint</Application>
  <PresentationFormat>Benutzerdefiniert</PresentationFormat>
  <Paragraphs>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Times New Roman</vt:lpstr>
      <vt:lpstr>ELEKTRONIK &amp; TECHN. INFORMATIK</vt:lpstr>
      <vt:lpstr>Thema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Rudolf Schamberger</dc:creator>
  <cp:lastModifiedBy>Rudolf Schamberger</cp:lastModifiedBy>
  <cp:revision>1</cp:revision>
  <dcterms:created xsi:type="dcterms:W3CDTF">2025-12-10T09:04:11Z</dcterms:created>
  <dcterms:modified xsi:type="dcterms:W3CDTF">2025-12-16T12:27:49Z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2023-11-09T00:00:00Z</vt:filetime>
  </property>
  <property fmtid="{D5CDD505-2E9C-101B-9397-08002B2CF9AE}" pid="5" name="Producer">
    <vt:lpwstr>Adobe PDF Library 17.0</vt:lpwstr>
  </property>
</Properties>
</file>